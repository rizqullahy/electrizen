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66" r:id="rId4"/>
    <p:sldId id="268" r:id="rId5"/>
    <p:sldId id="259" r:id="rId6"/>
    <p:sldId id="269" r:id="rId7"/>
    <p:sldId id="261" r:id="rId8"/>
    <p:sldId id="262" r:id="rId9"/>
    <p:sldId id="264" r:id="rId10"/>
    <p:sldId id="263"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6C161A0-2E0F-4585-99F8-2631A3FD6281}" type="datetimeFigureOut">
              <a:rPr lang="en-ID" smtClean="0"/>
              <a:t>04/02/2026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4108245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161A0-2E0F-4585-99F8-2631A3FD6281}" type="datetimeFigureOut">
              <a:rPr lang="en-ID" smtClean="0"/>
              <a:t>04/02/2026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2319523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161A0-2E0F-4585-99F8-2631A3FD6281}" type="datetimeFigureOut">
              <a:rPr lang="en-ID" smtClean="0"/>
              <a:t>04/02/2026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526356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1455483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161A0-2E0F-4585-99F8-2631A3FD6281}" type="datetimeFigureOut">
              <a:rPr lang="en-ID" smtClean="0"/>
              <a:t>04/02/2026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2221948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C161A0-2E0F-4585-99F8-2631A3FD6281}" type="datetimeFigureOut">
              <a:rPr lang="en-ID" smtClean="0"/>
              <a:t>04/02/2026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2153853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C161A0-2E0F-4585-99F8-2631A3FD6281}" type="datetimeFigureOut">
              <a:rPr lang="en-ID" smtClean="0"/>
              <a:t>04/02/2026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878891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3361945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2666266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873031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87458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02800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C161A0-2E0F-4585-99F8-2631A3FD6281}" type="datetimeFigureOut">
              <a:rPr lang="en-ID" smtClean="0"/>
              <a:t>04/02/2026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3416728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6C161A0-2E0F-4585-99F8-2631A3FD6281}" type="datetimeFigureOut">
              <a:rPr lang="en-ID" smtClean="0"/>
              <a:t>04/02/2026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1376695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6C161A0-2E0F-4585-99F8-2631A3FD6281}" type="datetimeFigureOut">
              <a:rPr lang="en-ID" smtClean="0"/>
              <a:t>04/02/2026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1422862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161A0-2E0F-4585-99F8-2631A3FD6281}" type="datetimeFigureOut">
              <a:rPr lang="en-ID" smtClean="0"/>
              <a:t>04/02/2026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2389112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161A0-2E0F-4585-99F8-2631A3FD6281}" type="datetimeFigureOut">
              <a:rPr lang="en-ID" smtClean="0"/>
              <a:t>04/02/2026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B361A2C6-E3B6-4929-A214-7A9685142028}" type="slidenum">
              <a:rPr lang="en-ID" smtClean="0"/>
              <a:t>‹#›</a:t>
            </a:fld>
            <a:endParaRPr lang="en-ID"/>
          </a:p>
        </p:txBody>
      </p:sp>
    </p:spTree>
    <p:extLst>
      <p:ext uri="{BB962C8B-B14F-4D97-AF65-F5344CB8AC3E}">
        <p14:creationId xmlns:p14="http://schemas.microsoft.com/office/powerpoint/2010/main" val="654966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E6C161A0-2E0F-4585-99F8-2631A3FD6281}" type="datetimeFigureOut">
              <a:rPr lang="en-ID" smtClean="0"/>
              <a:t>04/02/2026</a:t>
            </a:fld>
            <a:endParaRPr lang="en-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361A2C6-E3B6-4929-A214-7A9685142028}" type="slidenum">
              <a:rPr lang="en-ID" smtClean="0"/>
              <a:t>‹#›</a:t>
            </a:fld>
            <a:endParaRPr lang="en-ID"/>
          </a:p>
        </p:txBody>
      </p:sp>
    </p:spTree>
    <p:extLst>
      <p:ext uri="{BB962C8B-B14F-4D97-AF65-F5344CB8AC3E}">
        <p14:creationId xmlns:p14="http://schemas.microsoft.com/office/powerpoint/2010/main" val="17574028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ithub.com/rizqullahy"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8453A4-6509-464E-88BE-FAAAF95EA803}"/>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rot="20499170">
            <a:off x="1162800" y="202497"/>
            <a:ext cx="9884121" cy="5553620"/>
          </a:xfrm>
          <a:prstGeom prst="rect">
            <a:avLst/>
          </a:prstGeom>
        </p:spPr>
      </p:pic>
      <p:sp>
        <p:nvSpPr>
          <p:cNvPr id="2" name="Title 1">
            <a:extLst>
              <a:ext uri="{FF2B5EF4-FFF2-40B4-BE49-F238E27FC236}">
                <a16:creationId xmlns:a16="http://schemas.microsoft.com/office/drawing/2014/main" id="{0AAFF292-4B5D-43A2-B396-0857633F9C15}"/>
              </a:ext>
            </a:extLst>
          </p:cNvPr>
          <p:cNvSpPr>
            <a:spLocks noGrp="1"/>
          </p:cNvSpPr>
          <p:nvPr>
            <p:ph type="ctrTitle"/>
          </p:nvPr>
        </p:nvSpPr>
        <p:spPr>
          <a:xfrm>
            <a:off x="3569110" y="4448400"/>
            <a:ext cx="7784689" cy="1229730"/>
          </a:xfrm>
        </p:spPr>
        <p:txBody>
          <a:bodyPr>
            <a:normAutofit/>
          </a:bodyPr>
          <a:lstStyle/>
          <a:p>
            <a:r>
              <a:rPr lang="en-US" sz="8000"/>
              <a:t>V1.0.0</a:t>
            </a:r>
            <a:endParaRPr lang="en-ID" sz="8000"/>
          </a:p>
        </p:txBody>
      </p:sp>
      <p:sp>
        <p:nvSpPr>
          <p:cNvPr id="3" name="Subtitle 2">
            <a:extLst>
              <a:ext uri="{FF2B5EF4-FFF2-40B4-BE49-F238E27FC236}">
                <a16:creationId xmlns:a16="http://schemas.microsoft.com/office/drawing/2014/main" id="{91AE4C8D-4D41-4858-9565-CDD492B025DD}"/>
              </a:ext>
            </a:extLst>
          </p:cNvPr>
          <p:cNvSpPr>
            <a:spLocks noGrp="1"/>
          </p:cNvSpPr>
          <p:nvPr>
            <p:ph type="subTitle" idx="1"/>
          </p:nvPr>
        </p:nvSpPr>
        <p:spPr/>
        <p:txBody>
          <a:bodyPr>
            <a:normAutofit/>
          </a:bodyPr>
          <a:lstStyle/>
          <a:p>
            <a:r>
              <a:rPr lang="en-US" sz="4800"/>
              <a:t>PANDUAN APP_ICONPRN</a:t>
            </a:r>
            <a:endParaRPr lang="en-ID" sz="4800"/>
          </a:p>
        </p:txBody>
      </p:sp>
      <p:pic>
        <p:nvPicPr>
          <p:cNvPr id="7" name="Picture 6">
            <a:extLst>
              <a:ext uri="{FF2B5EF4-FFF2-40B4-BE49-F238E27FC236}">
                <a16:creationId xmlns:a16="http://schemas.microsoft.com/office/drawing/2014/main" id="{B74CB531-1C33-446A-9D8E-FEE1AADDF41F}"/>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838200" y="3694374"/>
            <a:ext cx="3294663" cy="1851182"/>
          </a:xfrm>
          <a:prstGeom prst="rect">
            <a:avLst/>
          </a:prstGeom>
        </p:spPr>
      </p:pic>
    </p:spTree>
    <p:extLst>
      <p:ext uri="{BB962C8B-B14F-4D97-AF65-F5344CB8AC3E}">
        <p14:creationId xmlns:p14="http://schemas.microsoft.com/office/powerpoint/2010/main" val="93730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C2ECF3-AAD4-450F-A13B-785129D188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9260" y="575864"/>
            <a:ext cx="4153480" cy="5706271"/>
          </a:xfrm>
          <a:prstGeom prst="rect">
            <a:avLst/>
          </a:prstGeom>
        </p:spPr>
      </p:pic>
    </p:spTree>
    <p:extLst>
      <p:ext uri="{BB962C8B-B14F-4D97-AF65-F5344CB8AC3E}">
        <p14:creationId xmlns:p14="http://schemas.microsoft.com/office/powerpoint/2010/main" val="244713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4DE8F75-2D01-4009-AD35-53CDCF5FF77F}"/>
              </a:ext>
            </a:extLst>
          </p:cNvPr>
          <p:cNvSpPr txBox="1"/>
          <p:nvPr/>
        </p:nvSpPr>
        <p:spPr>
          <a:xfrm>
            <a:off x="628650" y="2515787"/>
            <a:ext cx="10934700" cy="2677656"/>
          </a:xfrm>
          <a:prstGeom prst="rect">
            <a:avLst/>
          </a:prstGeom>
          <a:noFill/>
        </p:spPr>
        <p:txBody>
          <a:bodyPr wrap="square" rtlCol="0">
            <a:spAutoFit/>
          </a:bodyPr>
          <a:lstStyle/>
          <a:p>
            <a:pPr algn="just"/>
            <a:r>
              <a:rPr lang="en-ID" sz="2800"/>
              <a:t>Sebuah perangkat lunak yang dikembangkan untuk membantu mempercepat proses pencetakan PK ( Perintah Kerja ) di PT Anugerah Putra Permana yang menggunakan printer dot matriks. Aplikasi ini menggantikan metode konvensional yang sebelumnya memakan waktu lama dan memerlukan alur kerja yang rumit, sehingga proses menjadi lebih cepat dan efisien.</a:t>
            </a:r>
          </a:p>
        </p:txBody>
      </p:sp>
      <p:sp>
        <p:nvSpPr>
          <p:cNvPr id="2" name="Title 1">
            <a:extLst>
              <a:ext uri="{FF2B5EF4-FFF2-40B4-BE49-F238E27FC236}">
                <a16:creationId xmlns:a16="http://schemas.microsoft.com/office/drawing/2014/main" id="{5EF7350D-9FC8-4216-A7DC-D97C073AA68E}"/>
              </a:ext>
            </a:extLst>
          </p:cNvPr>
          <p:cNvSpPr>
            <a:spLocks noGrp="1"/>
          </p:cNvSpPr>
          <p:nvPr>
            <p:ph type="ctrTitle"/>
          </p:nvPr>
        </p:nvSpPr>
        <p:spPr>
          <a:xfrm>
            <a:off x="419100" y="1664557"/>
            <a:ext cx="11353800" cy="806885"/>
          </a:xfrm>
        </p:spPr>
        <p:txBody>
          <a:bodyPr>
            <a:normAutofit fontScale="90000"/>
          </a:bodyPr>
          <a:lstStyle/>
          <a:p>
            <a:pPr algn="ctr"/>
            <a:r>
              <a:rPr lang="en-US" sz="5400"/>
              <a:t>APA ITU APP_ICONPRN ??</a:t>
            </a:r>
            <a:endParaRPr lang="en-ID" sz="5400"/>
          </a:p>
        </p:txBody>
      </p:sp>
    </p:spTree>
    <p:extLst>
      <p:ext uri="{BB962C8B-B14F-4D97-AF65-F5344CB8AC3E}">
        <p14:creationId xmlns:p14="http://schemas.microsoft.com/office/powerpoint/2010/main" val="3912011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0A8F216-BF0C-4D34-AD45-8E45E7B4E121}"/>
              </a:ext>
            </a:extLst>
          </p:cNvPr>
          <p:cNvGrpSpPr/>
          <p:nvPr/>
        </p:nvGrpSpPr>
        <p:grpSpPr>
          <a:xfrm>
            <a:off x="280987" y="439520"/>
            <a:ext cx="11630025" cy="5978960"/>
            <a:chOff x="280987" y="36077"/>
            <a:chExt cx="11630025" cy="5978960"/>
          </a:xfrm>
        </p:grpSpPr>
        <p:pic>
          <p:nvPicPr>
            <p:cNvPr id="3" name="Picture 2">
              <a:extLst>
                <a:ext uri="{FF2B5EF4-FFF2-40B4-BE49-F238E27FC236}">
                  <a16:creationId xmlns:a16="http://schemas.microsoft.com/office/drawing/2014/main" id="{E8E542AA-0BF5-4A6B-97CE-D1708DD2DB9D}"/>
                </a:ext>
              </a:extLst>
            </p:cNvPr>
            <p:cNvPicPr>
              <a:picLocks noChangeAspect="1"/>
            </p:cNvPicPr>
            <p:nvPr/>
          </p:nvPicPr>
          <p:blipFill>
            <a:blip r:embed="rId2"/>
            <a:stretch>
              <a:fillRect/>
            </a:stretch>
          </p:blipFill>
          <p:spPr>
            <a:xfrm>
              <a:off x="280987" y="842962"/>
              <a:ext cx="11630025" cy="5172075"/>
            </a:xfrm>
            <a:prstGeom prst="rect">
              <a:avLst/>
            </a:prstGeom>
          </p:spPr>
        </p:pic>
        <p:sp>
          <p:nvSpPr>
            <p:cNvPr id="4" name="Title 1">
              <a:extLst>
                <a:ext uri="{FF2B5EF4-FFF2-40B4-BE49-F238E27FC236}">
                  <a16:creationId xmlns:a16="http://schemas.microsoft.com/office/drawing/2014/main" id="{EC0C9B07-932D-4311-99D2-0D833B34E071}"/>
                </a:ext>
              </a:extLst>
            </p:cNvPr>
            <p:cNvSpPr txBox="1">
              <a:spLocks/>
            </p:cNvSpPr>
            <p:nvPr/>
          </p:nvSpPr>
          <p:spPr>
            <a:xfrm>
              <a:off x="419099" y="36077"/>
              <a:ext cx="11353800" cy="806885"/>
            </a:xfrm>
            <a:prstGeom prst="rect">
              <a:avLst/>
            </a:prstGeom>
          </p:spPr>
          <p:txBody>
            <a:bodyPr>
              <a:normAutofit fontScale="97500" lnSpcReduction="10000"/>
            </a:bodyPr>
            <a:lst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stStyle>
            <a:p>
              <a:pPr algn="ctr"/>
              <a:r>
                <a:rPr lang="en-US" b="1" i="1"/>
                <a:t>ALUR SEBELUMNYA</a:t>
              </a:r>
              <a:endParaRPr lang="en-ID" b="1" i="1"/>
            </a:p>
          </p:txBody>
        </p:sp>
      </p:grpSp>
    </p:spTree>
    <p:extLst>
      <p:ext uri="{BB962C8B-B14F-4D97-AF65-F5344CB8AC3E}">
        <p14:creationId xmlns:p14="http://schemas.microsoft.com/office/powerpoint/2010/main" val="2479189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E9824EE-663E-468F-A266-E13979197246}"/>
              </a:ext>
            </a:extLst>
          </p:cNvPr>
          <p:cNvGrpSpPr/>
          <p:nvPr/>
        </p:nvGrpSpPr>
        <p:grpSpPr>
          <a:xfrm>
            <a:off x="419100" y="499745"/>
            <a:ext cx="11353800" cy="5858509"/>
            <a:chOff x="419100" y="186144"/>
            <a:chExt cx="11353800" cy="5858509"/>
          </a:xfrm>
        </p:grpSpPr>
        <p:pic>
          <p:nvPicPr>
            <p:cNvPr id="3" name="Picture 2">
              <a:extLst>
                <a:ext uri="{FF2B5EF4-FFF2-40B4-BE49-F238E27FC236}">
                  <a16:creationId xmlns:a16="http://schemas.microsoft.com/office/drawing/2014/main" id="{0FC2ECF3-AAD4-450F-A13B-785129D188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9114" y="1073671"/>
              <a:ext cx="3618278" cy="4970982"/>
            </a:xfrm>
            <a:prstGeom prst="rect">
              <a:avLst/>
            </a:prstGeom>
          </p:spPr>
        </p:pic>
        <p:grpSp>
          <p:nvGrpSpPr>
            <p:cNvPr id="11" name="Group 10">
              <a:extLst>
                <a:ext uri="{FF2B5EF4-FFF2-40B4-BE49-F238E27FC236}">
                  <a16:creationId xmlns:a16="http://schemas.microsoft.com/office/drawing/2014/main" id="{64D19E32-A12E-4DDE-8927-CD26C810757A}"/>
                </a:ext>
              </a:extLst>
            </p:cNvPr>
            <p:cNvGrpSpPr/>
            <p:nvPr/>
          </p:nvGrpSpPr>
          <p:grpSpPr>
            <a:xfrm>
              <a:off x="6096000" y="1223059"/>
              <a:ext cx="5411370" cy="4672205"/>
              <a:chOff x="5997528" y="965585"/>
              <a:chExt cx="5411370" cy="4672205"/>
            </a:xfrm>
          </p:grpSpPr>
          <p:sp>
            <p:nvSpPr>
              <p:cNvPr id="2" name="TextBox 1">
                <a:extLst>
                  <a:ext uri="{FF2B5EF4-FFF2-40B4-BE49-F238E27FC236}">
                    <a16:creationId xmlns:a16="http://schemas.microsoft.com/office/drawing/2014/main" id="{345B0418-85CA-4EE8-9B99-0CF21496B6CD}"/>
                  </a:ext>
                </a:extLst>
              </p:cNvPr>
              <p:cNvSpPr txBox="1"/>
              <p:nvPr/>
            </p:nvSpPr>
            <p:spPr>
              <a:xfrm>
                <a:off x="5997528" y="965585"/>
                <a:ext cx="5411370" cy="457758"/>
              </a:xfrm>
              <a:prstGeom prst="rect">
                <a:avLst/>
              </a:prstGeom>
              <a:noFill/>
            </p:spPr>
            <p:txBody>
              <a:bodyPr wrap="square" rtlCol="0">
                <a:spAutoFit/>
              </a:bodyPr>
              <a:lstStyle/>
              <a:p>
                <a:r>
                  <a:rPr lang="en-US" sz="2400"/>
                  <a:t>1. FILE “DATA INVOICE &amp; 601 …xlsx”</a:t>
                </a:r>
                <a:endParaRPr lang="en-ID" sz="2400"/>
              </a:p>
            </p:txBody>
          </p:sp>
          <p:sp>
            <p:nvSpPr>
              <p:cNvPr id="4" name="TextBox 3">
                <a:extLst>
                  <a:ext uri="{FF2B5EF4-FFF2-40B4-BE49-F238E27FC236}">
                    <a16:creationId xmlns:a16="http://schemas.microsoft.com/office/drawing/2014/main" id="{9231E687-2316-4E48-B6C7-399BCD5B785A}"/>
                  </a:ext>
                </a:extLst>
              </p:cNvPr>
              <p:cNvSpPr txBox="1"/>
              <p:nvPr/>
            </p:nvSpPr>
            <p:spPr>
              <a:xfrm>
                <a:off x="5997528" y="1488805"/>
                <a:ext cx="5411370" cy="457758"/>
              </a:xfrm>
              <a:prstGeom prst="rect">
                <a:avLst/>
              </a:prstGeom>
              <a:noFill/>
            </p:spPr>
            <p:txBody>
              <a:bodyPr wrap="square" rtlCol="0">
                <a:spAutoFit/>
              </a:bodyPr>
              <a:lstStyle/>
              <a:p>
                <a:r>
                  <a:rPr lang="en-US" sz="2400"/>
                  <a:t>2. TUNGGU SAMPAI KELOAD</a:t>
                </a:r>
                <a:endParaRPr lang="en-ID" sz="2400"/>
              </a:p>
            </p:txBody>
          </p:sp>
          <p:sp>
            <p:nvSpPr>
              <p:cNvPr id="5" name="TextBox 4">
                <a:extLst>
                  <a:ext uri="{FF2B5EF4-FFF2-40B4-BE49-F238E27FC236}">
                    <a16:creationId xmlns:a16="http://schemas.microsoft.com/office/drawing/2014/main" id="{61964FB8-A6B7-482B-9E57-C186C5ECADE4}"/>
                  </a:ext>
                </a:extLst>
              </p:cNvPr>
              <p:cNvSpPr txBox="1"/>
              <p:nvPr/>
            </p:nvSpPr>
            <p:spPr>
              <a:xfrm>
                <a:off x="5997528" y="2042803"/>
                <a:ext cx="5411370" cy="457758"/>
              </a:xfrm>
              <a:prstGeom prst="rect">
                <a:avLst/>
              </a:prstGeom>
              <a:noFill/>
            </p:spPr>
            <p:txBody>
              <a:bodyPr wrap="square" rtlCol="0">
                <a:spAutoFit/>
              </a:bodyPr>
              <a:lstStyle/>
              <a:p>
                <a:r>
                  <a:rPr lang="en-US" sz="2400"/>
                  <a:t>3. PILIH PETUGAS</a:t>
                </a:r>
                <a:endParaRPr lang="en-ID" sz="2400"/>
              </a:p>
            </p:txBody>
          </p:sp>
          <p:sp>
            <p:nvSpPr>
              <p:cNvPr id="6" name="TextBox 5">
                <a:extLst>
                  <a:ext uri="{FF2B5EF4-FFF2-40B4-BE49-F238E27FC236}">
                    <a16:creationId xmlns:a16="http://schemas.microsoft.com/office/drawing/2014/main" id="{705F8B0A-0845-4435-A67C-4DAAA8A2427B}"/>
                  </a:ext>
                </a:extLst>
              </p:cNvPr>
              <p:cNvSpPr txBox="1"/>
              <p:nvPr/>
            </p:nvSpPr>
            <p:spPr>
              <a:xfrm>
                <a:off x="5997528" y="2596801"/>
                <a:ext cx="5411370" cy="457758"/>
              </a:xfrm>
              <a:prstGeom prst="rect">
                <a:avLst/>
              </a:prstGeom>
              <a:noFill/>
            </p:spPr>
            <p:txBody>
              <a:bodyPr wrap="square" rtlCol="0">
                <a:spAutoFit/>
              </a:bodyPr>
              <a:lstStyle/>
              <a:p>
                <a:r>
                  <a:rPr lang="en-US" sz="2400"/>
                  <a:t>4. PILIH HBC ( 1 / BEBERAPA / SEMUA ) </a:t>
                </a:r>
                <a:endParaRPr lang="en-ID" sz="2400"/>
              </a:p>
            </p:txBody>
          </p:sp>
          <p:sp>
            <p:nvSpPr>
              <p:cNvPr id="7" name="TextBox 6">
                <a:extLst>
                  <a:ext uri="{FF2B5EF4-FFF2-40B4-BE49-F238E27FC236}">
                    <a16:creationId xmlns:a16="http://schemas.microsoft.com/office/drawing/2014/main" id="{9DD41D5A-77B3-4154-B875-F43BD1058282}"/>
                  </a:ext>
                </a:extLst>
              </p:cNvPr>
              <p:cNvSpPr txBox="1"/>
              <p:nvPr/>
            </p:nvSpPr>
            <p:spPr>
              <a:xfrm>
                <a:off x="5997528" y="3156005"/>
                <a:ext cx="5411370" cy="823964"/>
              </a:xfrm>
              <a:prstGeom prst="rect">
                <a:avLst/>
              </a:prstGeom>
              <a:noFill/>
            </p:spPr>
            <p:txBody>
              <a:bodyPr wrap="square" rtlCol="0">
                <a:spAutoFit/>
              </a:bodyPr>
              <a:lstStyle/>
              <a:p>
                <a:r>
                  <a:rPr lang="en-US" sz="2400"/>
                  <a:t>5. KALAU MAU LANGSUNG PRINT SEMUA -&gt; “Generate &amp; Print”</a:t>
                </a:r>
                <a:endParaRPr lang="en-ID" sz="2400"/>
              </a:p>
            </p:txBody>
          </p:sp>
          <p:sp>
            <p:nvSpPr>
              <p:cNvPr id="8" name="TextBox 7">
                <a:extLst>
                  <a:ext uri="{FF2B5EF4-FFF2-40B4-BE49-F238E27FC236}">
                    <a16:creationId xmlns:a16="http://schemas.microsoft.com/office/drawing/2014/main" id="{5E27B67E-29A4-48D1-919A-721E779AA2DE}"/>
                  </a:ext>
                </a:extLst>
              </p:cNvPr>
              <p:cNvSpPr txBox="1"/>
              <p:nvPr/>
            </p:nvSpPr>
            <p:spPr>
              <a:xfrm>
                <a:off x="5997528" y="4081415"/>
                <a:ext cx="5411370" cy="1556375"/>
              </a:xfrm>
              <a:prstGeom prst="rect">
                <a:avLst/>
              </a:prstGeom>
              <a:noFill/>
            </p:spPr>
            <p:txBody>
              <a:bodyPr wrap="square" rtlCol="0">
                <a:spAutoFit/>
              </a:bodyPr>
              <a:lstStyle/>
              <a:p>
                <a:r>
                  <a:rPr lang="en-US" sz="2400"/>
                  <a:t>5. KALAU SEMISAL PRINTER MACET DAN MELANJUTKAN -&gt; ISI RECORD DARI BERAPA SAMPAI BERAPA -&gt; “Generate &amp; Print”</a:t>
                </a:r>
                <a:endParaRPr lang="en-ID" sz="2400"/>
              </a:p>
            </p:txBody>
          </p:sp>
        </p:grpSp>
        <p:sp>
          <p:nvSpPr>
            <p:cNvPr id="9" name="Title 1">
              <a:extLst>
                <a:ext uri="{FF2B5EF4-FFF2-40B4-BE49-F238E27FC236}">
                  <a16:creationId xmlns:a16="http://schemas.microsoft.com/office/drawing/2014/main" id="{B13B1ED4-88C9-40E7-94F2-7C8CCE6E8634}"/>
                </a:ext>
              </a:extLst>
            </p:cNvPr>
            <p:cNvSpPr txBox="1">
              <a:spLocks/>
            </p:cNvSpPr>
            <p:nvPr/>
          </p:nvSpPr>
          <p:spPr>
            <a:xfrm>
              <a:off x="419100" y="186144"/>
              <a:ext cx="11353800" cy="806885"/>
            </a:xfrm>
            <a:prstGeom prst="rect">
              <a:avLst/>
            </a:prstGeom>
          </p:spPr>
          <p:txBody>
            <a:bodyPr>
              <a:normAutofit fontScale="97500" lnSpcReduction="10000"/>
            </a:bodyPr>
            <a:lst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stStyle>
            <a:p>
              <a:pPr algn="ctr"/>
              <a:r>
                <a:rPr lang="en-US" b="1" i="1"/>
                <a:t>ALUR APLIKASI</a:t>
              </a:r>
              <a:endParaRPr lang="en-ID" b="1" i="1"/>
            </a:p>
          </p:txBody>
        </p:sp>
      </p:grpSp>
    </p:spTree>
    <p:extLst>
      <p:ext uri="{BB962C8B-B14F-4D97-AF65-F5344CB8AC3E}">
        <p14:creationId xmlns:p14="http://schemas.microsoft.com/office/powerpoint/2010/main" val="2090319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7BB2CC8D-B271-428D-B005-3384902127CB}"/>
              </a:ext>
            </a:extLst>
          </p:cNvPr>
          <p:cNvGrpSpPr/>
          <p:nvPr/>
        </p:nvGrpSpPr>
        <p:grpSpPr>
          <a:xfrm>
            <a:off x="1647972" y="847311"/>
            <a:ext cx="8896055" cy="5163377"/>
            <a:chOff x="684629" y="78748"/>
            <a:chExt cx="8896055" cy="5163377"/>
          </a:xfrm>
        </p:grpSpPr>
        <p:pic>
          <p:nvPicPr>
            <p:cNvPr id="2" name="Picture 1">
              <a:extLst>
                <a:ext uri="{FF2B5EF4-FFF2-40B4-BE49-F238E27FC236}">
                  <a16:creationId xmlns:a16="http://schemas.microsoft.com/office/drawing/2014/main" id="{F1A2DDD1-62B1-4821-A514-5021B285253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2611315" y="78748"/>
              <a:ext cx="6969369" cy="3915900"/>
            </a:xfrm>
            <a:prstGeom prst="rect">
              <a:avLst/>
            </a:prstGeom>
          </p:spPr>
        </p:pic>
        <p:sp>
          <p:nvSpPr>
            <p:cNvPr id="3" name="TextBox 2">
              <a:extLst>
                <a:ext uri="{FF2B5EF4-FFF2-40B4-BE49-F238E27FC236}">
                  <a16:creationId xmlns:a16="http://schemas.microsoft.com/office/drawing/2014/main" id="{5BDD2841-FFEB-47DF-8CCC-EA86FAEB487E}"/>
                </a:ext>
              </a:extLst>
            </p:cNvPr>
            <p:cNvSpPr txBox="1"/>
            <p:nvPr/>
          </p:nvSpPr>
          <p:spPr>
            <a:xfrm>
              <a:off x="684629" y="3994648"/>
              <a:ext cx="5411370" cy="954107"/>
            </a:xfrm>
            <a:prstGeom prst="rect">
              <a:avLst/>
            </a:prstGeom>
            <a:noFill/>
          </p:spPr>
          <p:txBody>
            <a:bodyPr wrap="square" rtlCol="0">
              <a:spAutoFit/>
            </a:bodyPr>
            <a:lstStyle/>
            <a:p>
              <a:pPr marL="514350" indent="-514350">
                <a:buAutoNum type="arabicPeriod"/>
              </a:pPr>
              <a:r>
                <a:rPr lang="en-US" sz="2800"/>
                <a:t>Printer EPSON LQ2190</a:t>
              </a:r>
            </a:p>
            <a:p>
              <a:pPr marL="514350" indent="-514350">
                <a:buAutoNum type="arabicPeriod"/>
              </a:pPr>
              <a:r>
                <a:rPr lang="en-US" sz="2800"/>
                <a:t>Posisi kertas di 5 </a:t>
              </a:r>
              <a:endParaRPr lang="en-ID" sz="2800"/>
            </a:p>
          </p:txBody>
        </p:sp>
        <p:cxnSp>
          <p:nvCxnSpPr>
            <p:cNvPr id="4" name="Connector: Elbow 3">
              <a:extLst>
                <a:ext uri="{FF2B5EF4-FFF2-40B4-BE49-F238E27FC236}">
                  <a16:creationId xmlns:a16="http://schemas.microsoft.com/office/drawing/2014/main" id="{68C6844A-8FCA-40DE-8926-7CEAC3D6AA95}"/>
                </a:ext>
              </a:extLst>
            </p:cNvPr>
            <p:cNvCxnSpPr>
              <a:cxnSpLocks/>
              <a:endCxn id="21" idx="0"/>
            </p:cNvCxnSpPr>
            <p:nvPr/>
          </p:nvCxnSpPr>
          <p:spPr>
            <a:xfrm rot="16200000" flipH="1">
              <a:off x="6078042" y="3235352"/>
              <a:ext cx="2041722" cy="798344"/>
            </a:xfrm>
            <a:prstGeom prst="bentConnector3">
              <a:avLst>
                <a:gd name="adj1" fmla="val 81350"/>
              </a:avLst>
            </a:prstGeom>
            <a:ln w="28575">
              <a:solidFill>
                <a:schemeClr val="bg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Connector: Elbow 6">
              <a:extLst>
                <a:ext uri="{FF2B5EF4-FFF2-40B4-BE49-F238E27FC236}">
                  <a16:creationId xmlns:a16="http://schemas.microsoft.com/office/drawing/2014/main" id="{BB43D58D-9AC5-4EEE-B2BD-6DE6DA9D14E6}"/>
                </a:ext>
              </a:extLst>
            </p:cNvPr>
            <p:cNvCxnSpPr>
              <a:cxnSpLocks/>
              <a:endCxn id="17" idx="0"/>
            </p:cNvCxnSpPr>
            <p:nvPr/>
          </p:nvCxnSpPr>
          <p:spPr>
            <a:xfrm rot="16200000" flipH="1">
              <a:off x="7248887" y="2862850"/>
              <a:ext cx="2041722" cy="1543346"/>
            </a:xfrm>
            <a:prstGeom prst="bentConnector3">
              <a:avLst>
                <a:gd name="adj1" fmla="val 50000"/>
              </a:avLst>
            </a:prstGeom>
            <a:ln w="28575">
              <a:solidFill>
                <a:schemeClr val="bg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991CFFB8-9526-4833-9C43-4215634C92AD}"/>
                </a:ext>
              </a:extLst>
            </p:cNvPr>
            <p:cNvCxnSpPr>
              <a:cxnSpLocks/>
              <a:endCxn id="23" idx="0"/>
            </p:cNvCxnSpPr>
            <p:nvPr/>
          </p:nvCxnSpPr>
          <p:spPr>
            <a:xfrm rot="16200000" flipH="1">
              <a:off x="6674824" y="3060165"/>
              <a:ext cx="2041721" cy="1148717"/>
            </a:xfrm>
            <a:prstGeom prst="bentConnector3">
              <a:avLst>
                <a:gd name="adj1" fmla="val 65675"/>
              </a:avLst>
            </a:prstGeom>
            <a:ln w="28575">
              <a:solidFill>
                <a:schemeClr val="bg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BE99281-7641-42D2-8A73-F05368CC1C79}"/>
                </a:ext>
              </a:extLst>
            </p:cNvPr>
            <p:cNvSpPr/>
            <p:nvPr/>
          </p:nvSpPr>
          <p:spPr>
            <a:xfrm>
              <a:off x="8767687" y="4655384"/>
              <a:ext cx="547468" cy="586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ectangle 20">
              <a:extLst>
                <a:ext uri="{FF2B5EF4-FFF2-40B4-BE49-F238E27FC236}">
                  <a16:creationId xmlns:a16="http://schemas.microsoft.com/office/drawing/2014/main" id="{8D4784B8-5071-492C-A171-7EDC01E94B60}"/>
                </a:ext>
              </a:extLst>
            </p:cNvPr>
            <p:cNvSpPr/>
            <p:nvPr/>
          </p:nvSpPr>
          <p:spPr>
            <a:xfrm>
              <a:off x="7224341" y="4655385"/>
              <a:ext cx="547468" cy="586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ectangle 22">
              <a:extLst>
                <a:ext uri="{FF2B5EF4-FFF2-40B4-BE49-F238E27FC236}">
                  <a16:creationId xmlns:a16="http://schemas.microsoft.com/office/drawing/2014/main" id="{3B124427-87C3-48C6-A03F-4DEF45308DE5}"/>
                </a:ext>
              </a:extLst>
            </p:cNvPr>
            <p:cNvSpPr/>
            <p:nvPr/>
          </p:nvSpPr>
          <p:spPr>
            <a:xfrm>
              <a:off x="7996309" y="4655385"/>
              <a:ext cx="547468" cy="586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grpSp>
    </p:spTree>
    <p:extLst>
      <p:ext uri="{BB962C8B-B14F-4D97-AF65-F5344CB8AC3E}">
        <p14:creationId xmlns:p14="http://schemas.microsoft.com/office/powerpoint/2010/main" val="286952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66A8E-C093-4E95-8C9E-36097148EB28}"/>
              </a:ext>
            </a:extLst>
          </p:cNvPr>
          <p:cNvSpPr>
            <a:spLocks noGrp="1"/>
          </p:cNvSpPr>
          <p:nvPr>
            <p:ph type="title"/>
          </p:nvPr>
        </p:nvSpPr>
        <p:spPr/>
        <p:txBody>
          <a:bodyPr/>
          <a:lstStyle/>
          <a:p>
            <a:r>
              <a:rPr lang="en-US"/>
              <a:t>KERTAS KUSUT ??</a:t>
            </a:r>
            <a:endParaRPr lang="en-ID"/>
          </a:p>
        </p:txBody>
      </p:sp>
      <p:sp>
        <p:nvSpPr>
          <p:cNvPr id="3" name="TextBox 2">
            <a:extLst>
              <a:ext uri="{FF2B5EF4-FFF2-40B4-BE49-F238E27FC236}">
                <a16:creationId xmlns:a16="http://schemas.microsoft.com/office/drawing/2014/main" id="{DECAE1BB-349F-4415-B203-314BC0BB7D4A}"/>
              </a:ext>
            </a:extLst>
          </p:cNvPr>
          <p:cNvSpPr txBox="1"/>
          <p:nvPr/>
        </p:nvSpPr>
        <p:spPr>
          <a:xfrm>
            <a:off x="838200" y="1587087"/>
            <a:ext cx="8868838" cy="3539430"/>
          </a:xfrm>
          <a:prstGeom prst="rect">
            <a:avLst/>
          </a:prstGeom>
          <a:noFill/>
        </p:spPr>
        <p:txBody>
          <a:bodyPr wrap="none" rtlCol="0">
            <a:spAutoFit/>
          </a:bodyPr>
          <a:lstStyle/>
          <a:p>
            <a:pPr marL="342900" indent="-342900">
              <a:buAutoNum type="arabicPeriod"/>
            </a:pPr>
            <a:r>
              <a:rPr lang="en-US" sz="2800"/>
              <a:t>STOP </a:t>
            </a:r>
          </a:p>
          <a:p>
            <a:pPr marL="342900" indent="-342900">
              <a:buAutoNum type="arabicPeriod"/>
            </a:pPr>
            <a:r>
              <a:rPr lang="en-US" sz="2800"/>
              <a:t>Control Panel\Hardware and Sound\Devices and Printers</a:t>
            </a:r>
          </a:p>
          <a:p>
            <a:pPr marL="342900" indent="-342900">
              <a:buAutoNum type="arabicPeriod"/>
            </a:pPr>
            <a:r>
              <a:rPr lang="en-US" sz="2800"/>
              <a:t> KLIK EPSON LQ-2190 ESC/P2 2 x -&gt; Cancel All</a:t>
            </a:r>
          </a:p>
          <a:p>
            <a:pPr marL="342900" indent="-342900">
              <a:buAutoNum type="arabicPeriod"/>
            </a:pPr>
            <a:r>
              <a:rPr lang="en-US" sz="2800"/>
              <a:t>PRINTER DIMATIKAN </a:t>
            </a:r>
            <a:r>
              <a:rPr lang="en-US" sz="2800" i="1"/>
              <a:t>( Hapus Memory Printer )</a:t>
            </a:r>
          </a:p>
          <a:p>
            <a:pPr marL="342900" indent="-342900">
              <a:buAutoNum type="arabicPeriod"/>
            </a:pPr>
            <a:r>
              <a:rPr lang="en-US" sz="2800"/>
              <a:t>PRINTER DINYALAKAN </a:t>
            </a:r>
          </a:p>
          <a:p>
            <a:pPr marL="342900" indent="-342900">
              <a:buFontTx/>
              <a:buAutoNum type="arabicPeriod"/>
            </a:pPr>
            <a:r>
              <a:rPr lang="en-US" sz="2800"/>
              <a:t>POSISI KERTAS +1 FF/LF +1 Load/Eject +1 FF/LF</a:t>
            </a:r>
          </a:p>
          <a:p>
            <a:pPr marL="342900" indent="-342900">
              <a:buAutoNum type="arabicPeriod"/>
            </a:pPr>
            <a:endParaRPr lang="en-US" sz="2800"/>
          </a:p>
          <a:p>
            <a:endParaRPr lang="en-ID" sz="2800"/>
          </a:p>
        </p:txBody>
      </p:sp>
      <p:grpSp>
        <p:nvGrpSpPr>
          <p:cNvPr id="11" name="Group 10">
            <a:extLst>
              <a:ext uri="{FF2B5EF4-FFF2-40B4-BE49-F238E27FC236}">
                <a16:creationId xmlns:a16="http://schemas.microsoft.com/office/drawing/2014/main" id="{FF0096CA-FA72-4F8B-AFFE-E614F56A3DA7}"/>
              </a:ext>
            </a:extLst>
          </p:cNvPr>
          <p:cNvGrpSpPr/>
          <p:nvPr/>
        </p:nvGrpSpPr>
        <p:grpSpPr>
          <a:xfrm>
            <a:off x="838200" y="5031593"/>
            <a:ext cx="7305757" cy="681871"/>
            <a:chOff x="838200" y="4450863"/>
            <a:chExt cx="7305757" cy="681871"/>
          </a:xfrm>
        </p:grpSpPr>
        <p:pic>
          <p:nvPicPr>
            <p:cNvPr id="9" name="Picture 8">
              <a:extLst>
                <a:ext uri="{FF2B5EF4-FFF2-40B4-BE49-F238E27FC236}">
                  <a16:creationId xmlns:a16="http://schemas.microsoft.com/office/drawing/2014/main" id="{78422A8A-91AF-46A0-91D9-8753F7F0A81B}"/>
                </a:ext>
              </a:extLst>
            </p:cNvPr>
            <p:cNvPicPr>
              <a:picLocks noChangeAspect="1"/>
            </p:cNvPicPr>
            <p:nvPr/>
          </p:nvPicPr>
          <p:blipFill>
            <a:blip r:embed="rId2"/>
            <a:stretch>
              <a:fillRect/>
            </a:stretch>
          </p:blipFill>
          <p:spPr>
            <a:xfrm>
              <a:off x="838200" y="4450863"/>
              <a:ext cx="7305757" cy="681871"/>
            </a:xfrm>
            <a:prstGeom prst="rect">
              <a:avLst/>
            </a:prstGeom>
          </p:spPr>
        </p:pic>
        <p:sp>
          <p:nvSpPr>
            <p:cNvPr id="10" name="Rectangle 9">
              <a:extLst>
                <a:ext uri="{FF2B5EF4-FFF2-40B4-BE49-F238E27FC236}">
                  <a16:creationId xmlns:a16="http://schemas.microsoft.com/office/drawing/2014/main" id="{9D589544-9AAD-4A8D-952A-269B4436A01F}"/>
                </a:ext>
              </a:extLst>
            </p:cNvPr>
            <p:cNvSpPr/>
            <p:nvPr/>
          </p:nvSpPr>
          <p:spPr>
            <a:xfrm>
              <a:off x="2403257" y="4550683"/>
              <a:ext cx="895330" cy="58205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n w="76200">
                  <a:solidFill>
                    <a:schemeClr val="tx1"/>
                  </a:solidFill>
                </a:ln>
              </a:endParaRPr>
            </a:p>
          </p:txBody>
        </p:sp>
      </p:grpSp>
      <p:pic>
        <p:nvPicPr>
          <p:cNvPr id="1026" name="Picture 2" descr="C11CA92051 | Epson LQ-2190 Dot Matrix Printer | Dot Matrix Printers | Epson  Indonesia">
            <a:extLst>
              <a:ext uri="{FF2B5EF4-FFF2-40B4-BE49-F238E27FC236}">
                <a16:creationId xmlns:a16="http://schemas.microsoft.com/office/drawing/2014/main" id="{7C28239B-B956-41DC-9BBB-E8F45055BE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902" t="40687" b="26422"/>
          <a:stretch/>
        </p:blipFill>
        <p:spPr bwMode="auto">
          <a:xfrm>
            <a:off x="5139421" y="4317031"/>
            <a:ext cx="6251493" cy="217584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nector: Elbow 15">
            <a:extLst>
              <a:ext uri="{FF2B5EF4-FFF2-40B4-BE49-F238E27FC236}">
                <a16:creationId xmlns:a16="http://schemas.microsoft.com/office/drawing/2014/main" id="{EDBDDD7F-DED0-4293-A266-270D46A635C0}"/>
              </a:ext>
            </a:extLst>
          </p:cNvPr>
          <p:cNvCxnSpPr>
            <a:cxnSpLocks/>
          </p:cNvCxnSpPr>
          <p:nvPr/>
        </p:nvCxnSpPr>
        <p:spPr>
          <a:xfrm>
            <a:off x="2403257" y="1826407"/>
            <a:ext cx="6494000" cy="3718050"/>
          </a:xfrm>
          <a:prstGeom prst="bentConnector3">
            <a:avLst>
              <a:gd name="adj1" fmla="val 115039"/>
            </a:avLst>
          </a:prstGeom>
          <a:ln w="28575">
            <a:solidFill>
              <a:schemeClr val="bg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7AF5FD83-3BBC-40A5-B829-57CD32FDCEB8}"/>
              </a:ext>
            </a:extLst>
          </p:cNvPr>
          <p:cNvCxnSpPr>
            <a:cxnSpLocks/>
          </p:cNvCxnSpPr>
          <p:nvPr/>
        </p:nvCxnSpPr>
        <p:spPr>
          <a:xfrm>
            <a:off x="6197600" y="4178919"/>
            <a:ext cx="1946357" cy="1165282"/>
          </a:xfrm>
          <a:prstGeom prst="bentConnector3">
            <a:avLst>
              <a:gd name="adj1" fmla="val -709"/>
            </a:avLst>
          </a:prstGeom>
          <a:ln w="28575">
            <a:solidFill>
              <a:schemeClr val="bg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533B5CDA-5139-410C-A8F0-D606A86A4612}"/>
              </a:ext>
            </a:extLst>
          </p:cNvPr>
          <p:cNvCxnSpPr>
            <a:cxnSpLocks/>
          </p:cNvCxnSpPr>
          <p:nvPr/>
        </p:nvCxnSpPr>
        <p:spPr>
          <a:xfrm rot="16200000" flipH="1">
            <a:off x="7255188" y="4553172"/>
            <a:ext cx="1503650" cy="755144"/>
          </a:xfrm>
          <a:prstGeom prst="bentConnector3">
            <a:avLst>
              <a:gd name="adj1" fmla="val 103090"/>
            </a:avLst>
          </a:prstGeom>
          <a:ln w="28575">
            <a:solidFill>
              <a:schemeClr val="bg1">
                <a:lumMod val="95000"/>
                <a:lumOff val="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429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BA2F3C3-37C0-4BEB-BBC7-03C4E91B852A}"/>
              </a:ext>
            </a:extLst>
          </p:cNvPr>
          <p:cNvGrpSpPr/>
          <p:nvPr/>
        </p:nvGrpSpPr>
        <p:grpSpPr>
          <a:xfrm>
            <a:off x="1974479" y="208074"/>
            <a:ext cx="6824399" cy="3594670"/>
            <a:chOff x="1974479" y="208073"/>
            <a:chExt cx="8243042" cy="4341923"/>
          </a:xfrm>
        </p:grpSpPr>
        <p:pic>
          <p:nvPicPr>
            <p:cNvPr id="2" name="Picture 1">
              <a:extLst>
                <a:ext uri="{FF2B5EF4-FFF2-40B4-BE49-F238E27FC236}">
                  <a16:creationId xmlns:a16="http://schemas.microsoft.com/office/drawing/2014/main" id="{98A85E62-84E8-4409-B4B8-6A9733DA552A}"/>
                </a:ext>
              </a:extLst>
            </p:cNvPr>
            <p:cNvPicPr>
              <a:picLocks noChangeAspect="1"/>
            </p:cNvPicPr>
            <p:nvPr/>
          </p:nvPicPr>
          <p:blipFill>
            <a:blip r:embed="rId2"/>
            <a:stretch>
              <a:fillRect/>
            </a:stretch>
          </p:blipFill>
          <p:spPr>
            <a:xfrm>
              <a:off x="1974479" y="208073"/>
              <a:ext cx="8243042" cy="4341923"/>
            </a:xfrm>
            <a:prstGeom prst="rect">
              <a:avLst/>
            </a:prstGeom>
          </p:spPr>
        </p:pic>
        <p:sp>
          <p:nvSpPr>
            <p:cNvPr id="5" name="Rectangle 4">
              <a:extLst>
                <a:ext uri="{FF2B5EF4-FFF2-40B4-BE49-F238E27FC236}">
                  <a16:creationId xmlns:a16="http://schemas.microsoft.com/office/drawing/2014/main" id="{698E2B0C-5469-409B-B91A-00CEB37626B4}"/>
                </a:ext>
              </a:extLst>
            </p:cNvPr>
            <p:cNvSpPr/>
            <p:nvPr/>
          </p:nvSpPr>
          <p:spPr>
            <a:xfrm>
              <a:off x="1974479" y="2264898"/>
              <a:ext cx="895330" cy="116410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n w="57150">
                  <a:solidFill>
                    <a:schemeClr val="tx1"/>
                  </a:solidFill>
                </a:ln>
              </a:endParaRPr>
            </a:p>
          </p:txBody>
        </p:sp>
      </p:grpSp>
      <p:grpSp>
        <p:nvGrpSpPr>
          <p:cNvPr id="8" name="Group 7">
            <a:extLst>
              <a:ext uri="{FF2B5EF4-FFF2-40B4-BE49-F238E27FC236}">
                <a16:creationId xmlns:a16="http://schemas.microsoft.com/office/drawing/2014/main" id="{07E64A37-D9A1-4B9D-97A4-28E6ACBD4170}"/>
              </a:ext>
            </a:extLst>
          </p:cNvPr>
          <p:cNvGrpSpPr/>
          <p:nvPr/>
        </p:nvGrpSpPr>
        <p:grpSpPr>
          <a:xfrm>
            <a:off x="1974479" y="4245196"/>
            <a:ext cx="6842558" cy="2097547"/>
            <a:chOff x="1974479" y="4549996"/>
            <a:chExt cx="7141386" cy="2189151"/>
          </a:xfrm>
        </p:grpSpPr>
        <p:pic>
          <p:nvPicPr>
            <p:cNvPr id="3" name="Picture 2">
              <a:extLst>
                <a:ext uri="{FF2B5EF4-FFF2-40B4-BE49-F238E27FC236}">
                  <a16:creationId xmlns:a16="http://schemas.microsoft.com/office/drawing/2014/main" id="{137541D3-78A1-46E3-A4B6-86209DC4B887}"/>
                </a:ext>
              </a:extLst>
            </p:cNvPr>
            <p:cNvPicPr>
              <a:picLocks noChangeAspect="1"/>
            </p:cNvPicPr>
            <p:nvPr/>
          </p:nvPicPr>
          <p:blipFill>
            <a:blip r:embed="rId3"/>
            <a:stretch>
              <a:fillRect/>
            </a:stretch>
          </p:blipFill>
          <p:spPr>
            <a:xfrm>
              <a:off x="1974479" y="4549996"/>
              <a:ext cx="7141386" cy="2189151"/>
            </a:xfrm>
            <a:prstGeom prst="rect">
              <a:avLst/>
            </a:prstGeom>
          </p:spPr>
        </p:pic>
        <p:sp>
          <p:nvSpPr>
            <p:cNvPr id="6" name="TextBox 5">
              <a:extLst>
                <a:ext uri="{FF2B5EF4-FFF2-40B4-BE49-F238E27FC236}">
                  <a16:creationId xmlns:a16="http://schemas.microsoft.com/office/drawing/2014/main" id="{F500ECB0-F87F-4BCF-98E5-0F3C9E163E6B}"/>
                </a:ext>
              </a:extLst>
            </p:cNvPr>
            <p:cNvSpPr txBox="1"/>
            <p:nvPr/>
          </p:nvSpPr>
          <p:spPr>
            <a:xfrm>
              <a:off x="6246055" y="5205292"/>
              <a:ext cx="2700997" cy="1200329"/>
            </a:xfrm>
            <a:prstGeom prst="rect">
              <a:avLst/>
            </a:prstGeom>
            <a:noFill/>
          </p:spPr>
          <p:txBody>
            <a:bodyPr wrap="square" rtlCol="0">
              <a:spAutoFit/>
            </a:bodyPr>
            <a:lstStyle/>
            <a:p>
              <a:pPr marL="342900" indent="-342900">
                <a:buAutoNum type="arabicPeriod"/>
              </a:pPr>
              <a:r>
                <a:rPr lang="en-US" sz="2400" b="1">
                  <a:solidFill>
                    <a:schemeClr val="tx2">
                      <a:lumMod val="50000"/>
                    </a:schemeClr>
                  </a:solidFill>
                </a:rPr>
                <a:t>KLIK KANAN</a:t>
              </a:r>
            </a:p>
            <a:p>
              <a:pPr marL="342900" indent="-342900">
                <a:buAutoNum type="arabicPeriod"/>
              </a:pPr>
              <a:r>
                <a:rPr lang="en-US" sz="2400" b="1">
                  <a:solidFill>
                    <a:schemeClr val="tx2">
                      <a:lumMod val="50000"/>
                    </a:schemeClr>
                  </a:solidFill>
                </a:rPr>
                <a:t>CANCEL ALL DOCUMENTS</a:t>
              </a:r>
              <a:endParaRPr lang="en-ID" sz="2400" b="1">
                <a:solidFill>
                  <a:schemeClr val="tx2">
                    <a:lumMod val="50000"/>
                  </a:schemeClr>
                </a:solidFill>
              </a:endParaRPr>
            </a:p>
          </p:txBody>
        </p:sp>
      </p:grpSp>
    </p:spTree>
    <p:extLst>
      <p:ext uri="{BB962C8B-B14F-4D97-AF65-F5344CB8AC3E}">
        <p14:creationId xmlns:p14="http://schemas.microsoft.com/office/powerpoint/2010/main" val="281264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498029-303B-437F-8081-29EC298C9C19}"/>
              </a:ext>
            </a:extLst>
          </p:cNvPr>
          <p:cNvPicPr>
            <a:picLocks noChangeAspect="1"/>
          </p:cNvPicPr>
          <p:nvPr/>
        </p:nvPicPr>
        <p:blipFill>
          <a:blip r:embed="rId2"/>
          <a:stretch>
            <a:fillRect/>
          </a:stretch>
        </p:blipFill>
        <p:spPr>
          <a:xfrm>
            <a:off x="613597" y="1690688"/>
            <a:ext cx="10964805" cy="4372585"/>
          </a:xfrm>
          <a:prstGeom prst="rect">
            <a:avLst/>
          </a:prstGeom>
        </p:spPr>
      </p:pic>
      <p:sp>
        <p:nvSpPr>
          <p:cNvPr id="4" name="Title 1">
            <a:extLst>
              <a:ext uri="{FF2B5EF4-FFF2-40B4-BE49-F238E27FC236}">
                <a16:creationId xmlns:a16="http://schemas.microsoft.com/office/drawing/2014/main" id="{DC7A0114-3487-4267-ACB3-577199F2642A}"/>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stStyle>
          <a:p>
            <a:r>
              <a:rPr lang="en-US"/>
              <a:t>PRO</a:t>
            </a:r>
            <a:endParaRPr lang="en-ID"/>
          </a:p>
        </p:txBody>
      </p:sp>
      <p:sp>
        <p:nvSpPr>
          <p:cNvPr id="6" name="TextBox 5">
            <a:extLst>
              <a:ext uri="{FF2B5EF4-FFF2-40B4-BE49-F238E27FC236}">
                <a16:creationId xmlns:a16="http://schemas.microsoft.com/office/drawing/2014/main" id="{726E5CDE-1C5B-44DD-9283-5B538ABABA8D}"/>
              </a:ext>
            </a:extLst>
          </p:cNvPr>
          <p:cNvSpPr txBox="1"/>
          <p:nvPr/>
        </p:nvSpPr>
        <p:spPr>
          <a:xfrm>
            <a:off x="838200" y="4982646"/>
            <a:ext cx="6098344" cy="369332"/>
          </a:xfrm>
          <a:prstGeom prst="rect">
            <a:avLst/>
          </a:prstGeom>
          <a:noFill/>
        </p:spPr>
        <p:txBody>
          <a:bodyPr wrap="square">
            <a:spAutoFit/>
          </a:bodyPr>
          <a:lstStyle/>
          <a:p>
            <a:r>
              <a:rPr lang="en-US" sz="1800" b="1" i="1" u="sng"/>
              <a:t>ICONPRN FILE BISA DIHAPUS KALAU SUDAH SELESAI</a:t>
            </a:r>
            <a:endParaRPr lang="en-ID" b="1" i="1" u="sng"/>
          </a:p>
        </p:txBody>
      </p:sp>
    </p:spTree>
    <p:extLst>
      <p:ext uri="{BB962C8B-B14F-4D97-AF65-F5344CB8AC3E}">
        <p14:creationId xmlns:p14="http://schemas.microsoft.com/office/powerpoint/2010/main" val="3709081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8D09-2439-4D03-B3DD-139A46CCABC0}"/>
              </a:ext>
            </a:extLst>
          </p:cNvPr>
          <p:cNvSpPr txBox="1">
            <a:spLocks/>
          </p:cNvSpPr>
          <p:nvPr/>
        </p:nvSpPr>
        <p:spPr>
          <a:xfrm>
            <a:off x="838200" y="1683818"/>
            <a:ext cx="10515600" cy="1325563"/>
          </a:xfrm>
          <a:prstGeom prst="rect">
            <a:avLst/>
          </a:prstGeom>
        </p:spPr>
        <p:txBody>
          <a:bodyPr/>
          <a:lst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a:lstStyle>
          <a:p>
            <a:r>
              <a:rPr lang="en-US"/>
              <a:t>ERROR AND HAVING ISSUES??</a:t>
            </a:r>
            <a:endParaRPr lang="en-ID"/>
          </a:p>
        </p:txBody>
      </p:sp>
      <p:sp>
        <p:nvSpPr>
          <p:cNvPr id="3" name="TextBox 2">
            <a:extLst>
              <a:ext uri="{FF2B5EF4-FFF2-40B4-BE49-F238E27FC236}">
                <a16:creationId xmlns:a16="http://schemas.microsoft.com/office/drawing/2014/main" id="{2D960617-0F91-4107-AAA3-993EE88EE31D}"/>
              </a:ext>
            </a:extLst>
          </p:cNvPr>
          <p:cNvSpPr txBox="1"/>
          <p:nvPr/>
        </p:nvSpPr>
        <p:spPr>
          <a:xfrm>
            <a:off x="838200" y="2905780"/>
            <a:ext cx="10515600" cy="3046988"/>
          </a:xfrm>
          <a:prstGeom prst="rect">
            <a:avLst/>
          </a:prstGeom>
          <a:noFill/>
        </p:spPr>
        <p:txBody>
          <a:bodyPr wrap="square" rtlCol="0">
            <a:spAutoFit/>
          </a:bodyPr>
          <a:lstStyle/>
          <a:p>
            <a:r>
              <a:rPr lang="en-US" sz="3200" b="1">
                <a:hlinkClick r:id="rId2"/>
              </a:rPr>
              <a:t>https://github.com/rizqullahy</a:t>
            </a:r>
            <a:endParaRPr lang="en-US" sz="3200" b="1"/>
          </a:p>
          <a:p>
            <a:endParaRPr lang="en-US" sz="3200"/>
          </a:p>
          <a:p>
            <a:r>
              <a:rPr lang="en-US" sz="3200" i="1"/>
              <a:t>DEV Option</a:t>
            </a:r>
          </a:p>
          <a:p>
            <a:pPr marL="514350" indent="-514350">
              <a:buAutoNum type="arabicPeriod"/>
            </a:pPr>
            <a:r>
              <a:rPr lang="en-US" sz="3200" i="1"/>
              <a:t>D:\CODE\da-app-pk-iconprn</a:t>
            </a:r>
          </a:p>
          <a:p>
            <a:pPr marL="514350" indent="-514350">
              <a:buAutoNum type="arabicPeriod"/>
            </a:pPr>
            <a:r>
              <a:rPr lang="en-US" sz="3200" i="1"/>
              <a:t>run-venv.bat</a:t>
            </a:r>
          </a:p>
          <a:p>
            <a:pPr marL="514350" indent="-514350">
              <a:buAutoNum type="arabicPeriod"/>
            </a:pPr>
            <a:r>
              <a:rPr lang="en-US" sz="3200" i="1"/>
              <a:t>python main.py</a:t>
            </a:r>
          </a:p>
        </p:txBody>
      </p:sp>
      <p:grpSp>
        <p:nvGrpSpPr>
          <p:cNvPr id="11" name="Group 10">
            <a:extLst>
              <a:ext uri="{FF2B5EF4-FFF2-40B4-BE49-F238E27FC236}">
                <a16:creationId xmlns:a16="http://schemas.microsoft.com/office/drawing/2014/main" id="{E4AAA014-C722-4F8A-BC84-9709CADCDBD3}"/>
              </a:ext>
            </a:extLst>
          </p:cNvPr>
          <p:cNvGrpSpPr/>
          <p:nvPr/>
        </p:nvGrpSpPr>
        <p:grpSpPr>
          <a:xfrm rot="21401481">
            <a:off x="6561899" y="4245382"/>
            <a:ext cx="3600000" cy="1345276"/>
            <a:chOff x="6591396" y="3600773"/>
            <a:chExt cx="3600000" cy="1345276"/>
          </a:xfrm>
        </p:grpSpPr>
        <p:pic>
          <p:nvPicPr>
            <p:cNvPr id="8" name="Picture 7">
              <a:extLst>
                <a:ext uri="{FF2B5EF4-FFF2-40B4-BE49-F238E27FC236}">
                  <a16:creationId xmlns:a16="http://schemas.microsoft.com/office/drawing/2014/main" id="{54F756EE-5206-467E-963E-7925EAEF57A8}"/>
                </a:ext>
              </a:extLst>
            </p:cNvPr>
            <p:cNvPicPr>
              <a:picLocks noChangeAspect="1"/>
            </p:cNvPicPr>
            <p:nvPr/>
          </p:nvPicPr>
          <p:blipFill rotWithShape="1">
            <a:blip r:embed="rId3"/>
            <a:srcRect l="5769" t="24442" b="17061"/>
            <a:stretch/>
          </p:blipFill>
          <p:spPr>
            <a:xfrm>
              <a:off x="6591396" y="3600773"/>
              <a:ext cx="3600000" cy="541777"/>
            </a:xfrm>
            <a:prstGeom prst="rect">
              <a:avLst/>
            </a:prstGeom>
          </p:spPr>
        </p:pic>
        <p:pic>
          <p:nvPicPr>
            <p:cNvPr id="10" name="Picture 9">
              <a:extLst>
                <a:ext uri="{FF2B5EF4-FFF2-40B4-BE49-F238E27FC236}">
                  <a16:creationId xmlns:a16="http://schemas.microsoft.com/office/drawing/2014/main" id="{5689DE50-5D39-4055-9A7F-44184B114584}"/>
                </a:ext>
              </a:extLst>
            </p:cNvPr>
            <p:cNvPicPr>
              <a:picLocks noChangeAspect="1"/>
            </p:cNvPicPr>
            <p:nvPr/>
          </p:nvPicPr>
          <p:blipFill>
            <a:blip r:embed="rId4"/>
            <a:stretch>
              <a:fillRect/>
            </a:stretch>
          </p:blipFill>
          <p:spPr>
            <a:xfrm>
              <a:off x="6591396" y="4231343"/>
              <a:ext cx="3600000" cy="714706"/>
            </a:xfrm>
            <a:prstGeom prst="rect">
              <a:avLst/>
            </a:prstGeom>
          </p:spPr>
        </p:pic>
      </p:grpSp>
    </p:spTree>
    <p:extLst>
      <p:ext uri="{BB962C8B-B14F-4D97-AF65-F5344CB8AC3E}">
        <p14:creationId xmlns:p14="http://schemas.microsoft.com/office/powerpoint/2010/main" val="3851768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D0171-FD8D-454B-94A8-CB3C507F65BD}"/>
              </a:ext>
            </a:extLst>
          </p:cNvPr>
          <p:cNvSpPr>
            <a:spLocks noGrp="1"/>
          </p:cNvSpPr>
          <p:nvPr>
            <p:ph type="title"/>
          </p:nvPr>
        </p:nvSpPr>
        <p:spPr/>
        <p:txBody>
          <a:bodyPr/>
          <a:lstStyle/>
          <a:p>
            <a:r>
              <a:rPr lang="en-US"/>
              <a:t>DEV</a:t>
            </a:r>
            <a:endParaRPr lang="en-ID"/>
          </a:p>
        </p:txBody>
      </p:sp>
      <p:pic>
        <p:nvPicPr>
          <p:cNvPr id="4" name="Picture 3">
            <a:extLst>
              <a:ext uri="{FF2B5EF4-FFF2-40B4-BE49-F238E27FC236}">
                <a16:creationId xmlns:a16="http://schemas.microsoft.com/office/drawing/2014/main" id="{306D97E1-EEE1-41A9-A796-37947E083606}"/>
              </a:ext>
            </a:extLst>
          </p:cNvPr>
          <p:cNvPicPr>
            <a:picLocks noChangeAspect="1"/>
          </p:cNvPicPr>
          <p:nvPr/>
        </p:nvPicPr>
        <p:blipFill>
          <a:blip r:embed="rId2"/>
          <a:stretch>
            <a:fillRect/>
          </a:stretch>
        </p:blipFill>
        <p:spPr>
          <a:xfrm>
            <a:off x="642176" y="1757510"/>
            <a:ext cx="10907647" cy="4896533"/>
          </a:xfrm>
          <a:prstGeom prst="rect">
            <a:avLst/>
          </a:prstGeom>
        </p:spPr>
      </p:pic>
    </p:spTree>
    <p:extLst>
      <p:ext uri="{BB962C8B-B14F-4D97-AF65-F5344CB8AC3E}">
        <p14:creationId xmlns:p14="http://schemas.microsoft.com/office/powerpoint/2010/main" val="275933830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TM04033923[[fn=Depth]]</Template>
  <TotalTime>155</TotalTime>
  <Words>230</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Corbel</vt:lpstr>
      <vt:lpstr>Depth</vt:lpstr>
      <vt:lpstr>V1.0.0</vt:lpstr>
      <vt:lpstr>PowerPoint Presentation</vt:lpstr>
      <vt:lpstr>APA ITU APP_ICONPRN ??</vt:lpstr>
      <vt:lpstr>PowerPoint Presentation</vt:lpstr>
      <vt:lpstr>PowerPoint Presentation</vt:lpstr>
      <vt:lpstr>PowerPoint Presentation</vt:lpstr>
      <vt:lpstr>KERTAS KUSUT ??</vt:lpstr>
      <vt:lpstr>PowerPoint Presentation</vt:lpstr>
      <vt:lpstr>PowerPoint Presentation</vt:lpstr>
      <vt:lpstr>PowerPoint Presentation</vt:lpstr>
      <vt:lpstr>DEV</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V_21012026_1741</dc:title>
  <dc:creator>WiN ACC</dc:creator>
  <cp:lastModifiedBy>WiN ACC</cp:lastModifiedBy>
  <cp:revision>29</cp:revision>
  <dcterms:created xsi:type="dcterms:W3CDTF">2026-01-21T12:20:32Z</dcterms:created>
  <dcterms:modified xsi:type="dcterms:W3CDTF">2026-02-04T14:38:23Z</dcterms:modified>
</cp:coreProperties>
</file>