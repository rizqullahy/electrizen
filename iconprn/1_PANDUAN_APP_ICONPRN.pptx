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824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9523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635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548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194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385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889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194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626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03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458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280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6728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6695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2862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112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96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6C161A0-2E0F-4585-99F8-2631A3FD6281}" type="datetimeFigureOut">
              <a:rPr lang="en-ID" smtClean="0"/>
              <a:t>21/01/2026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361A2C6-E3B6-4929-A214-7A96851420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7402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zqullahy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8453A4-6509-464E-88BE-FAAAF95EA8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99170">
            <a:off x="1162800" y="202497"/>
            <a:ext cx="9884121" cy="5553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AFF292-4B5D-43A2-B396-0857633F9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110" y="4448400"/>
            <a:ext cx="7784689" cy="1229730"/>
          </a:xfrm>
        </p:spPr>
        <p:txBody>
          <a:bodyPr>
            <a:normAutofit/>
          </a:bodyPr>
          <a:lstStyle/>
          <a:p>
            <a:r>
              <a:rPr lang="en-US" sz="8000"/>
              <a:t>V_21012026_1741</a:t>
            </a:r>
            <a:endParaRPr lang="en-ID" sz="8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E4C8D-4D41-4858-9565-CDD492B02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/>
              <a:t>PANDUAN APP_ICONPRN</a:t>
            </a:r>
            <a:endParaRPr lang="en-ID" sz="4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4CB531-1C33-446A-9D8E-FEE1AADD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94374"/>
            <a:ext cx="3294663" cy="185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0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2ECF3-AAD4-450F-A13B-785129D18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60" y="575864"/>
            <a:ext cx="4153480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2ECF3-AAD4-450F-A13B-785129D18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57" y="575864"/>
            <a:ext cx="4153480" cy="5706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5B0418-85CA-4EE8-9B99-0CF21496B6CD}"/>
              </a:ext>
            </a:extLst>
          </p:cNvPr>
          <p:cNvSpPr txBox="1"/>
          <p:nvPr/>
        </p:nvSpPr>
        <p:spPr>
          <a:xfrm>
            <a:off x="6096000" y="575864"/>
            <a:ext cx="556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1. FILE “DATA INVOICE &amp; 601 …xlsx”</a:t>
            </a:r>
            <a:endParaRPr lang="en-ID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1E687-2316-4E48-B6C7-399BCD5B785A}"/>
              </a:ext>
            </a:extLst>
          </p:cNvPr>
          <p:cNvSpPr txBox="1"/>
          <p:nvPr/>
        </p:nvSpPr>
        <p:spPr>
          <a:xfrm>
            <a:off x="6096000" y="1099084"/>
            <a:ext cx="556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2. TUNGGU SAMPAI KELOAD</a:t>
            </a:r>
            <a:endParaRPr lang="en-ID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64FB8-A6B7-482B-9E57-C186C5ECADE4}"/>
              </a:ext>
            </a:extLst>
          </p:cNvPr>
          <p:cNvSpPr txBox="1"/>
          <p:nvPr/>
        </p:nvSpPr>
        <p:spPr>
          <a:xfrm>
            <a:off x="6096000" y="1653082"/>
            <a:ext cx="5569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3. PILIH PETUGAS</a:t>
            </a:r>
            <a:endParaRPr lang="en-ID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F8B0A-0845-4435-A67C-4DAAA8A2427B}"/>
              </a:ext>
            </a:extLst>
          </p:cNvPr>
          <p:cNvSpPr txBox="1"/>
          <p:nvPr/>
        </p:nvSpPr>
        <p:spPr>
          <a:xfrm>
            <a:off x="6096000" y="2207080"/>
            <a:ext cx="5569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4. PILIH HBC ( 1 / BEBERAPA / SEMUA ) </a:t>
            </a:r>
            <a:endParaRPr lang="en-ID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41D5A-77B3-4154-B875-F43BD1058282}"/>
              </a:ext>
            </a:extLst>
          </p:cNvPr>
          <p:cNvSpPr txBox="1"/>
          <p:nvPr/>
        </p:nvSpPr>
        <p:spPr>
          <a:xfrm>
            <a:off x="6096001" y="3161187"/>
            <a:ext cx="5569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5. KALAU MAU LANGSUNG PRINT SEMUA -&gt; “Generate &amp; Print”</a:t>
            </a:r>
            <a:endParaRPr lang="en-ID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7B67E-29A4-48D1-919A-721E779AA2DE}"/>
              </a:ext>
            </a:extLst>
          </p:cNvPr>
          <p:cNvSpPr txBox="1"/>
          <p:nvPr/>
        </p:nvSpPr>
        <p:spPr>
          <a:xfrm>
            <a:off x="6096001" y="4299960"/>
            <a:ext cx="5569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5. KALAU SEMISAL PRINTER MACET DAN MELANJUTKAN -&gt; ISI RECORD DARI BERAPA SAMPAI BERAPA -&gt; “Generate &amp; Print”</a:t>
            </a:r>
            <a:endParaRPr lang="en-ID" sz="2800"/>
          </a:p>
        </p:txBody>
      </p:sp>
    </p:spTree>
    <p:extLst>
      <p:ext uri="{BB962C8B-B14F-4D97-AF65-F5344CB8AC3E}">
        <p14:creationId xmlns:p14="http://schemas.microsoft.com/office/powerpoint/2010/main" val="209031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6A8E-C093-4E95-8C9E-36097148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KERTAS MBULET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AE1BB-349F-4415-B203-314BC0BB7D4A}"/>
              </a:ext>
            </a:extLst>
          </p:cNvPr>
          <p:cNvSpPr txBox="1"/>
          <p:nvPr/>
        </p:nvSpPr>
        <p:spPr>
          <a:xfrm>
            <a:off x="838200" y="1587087"/>
            <a:ext cx="886883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/>
              <a:t>STOP </a:t>
            </a:r>
          </a:p>
          <a:p>
            <a:pPr marL="342900" indent="-342900">
              <a:buAutoNum type="arabicPeriod"/>
            </a:pPr>
            <a:r>
              <a:rPr lang="en-US" sz="2800"/>
              <a:t>Control Panel\Hardware and Sound\Devices and Printers</a:t>
            </a:r>
          </a:p>
          <a:p>
            <a:pPr marL="342900" indent="-342900">
              <a:buAutoNum type="arabicPeriod"/>
            </a:pPr>
            <a:r>
              <a:rPr lang="en-US" sz="2800"/>
              <a:t> KLIK EPSON LQ-2190 ESC/P2 2 x -&gt; Cancel All</a:t>
            </a:r>
          </a:p>
          <a:p>
            <a:pPr marL="342900" indent="-342900">
              <a:buAutoNum type="arabicPeriod"/>
            </a:pPr>
            <a:r>
              <a:rPr lang="en-US" sz="2800"/>
              <a:t>PRINTER DIMATIKAN </a:t>
            </a:r>
            <a:r>
              <a:rPr lang="en-US" sz="2800" i="1"/>
              <a:t>( Hapus Memory Printer )</a:t>
            </a:r>
          </a:p>
          <a:p>
            <a:pPr marL="342900" indent="-342900">
              <a:buAutoNum type="arabicPeriod"/>
            </a:pPr>
            <a:r>
              <a:rPr lang="en-US" sz="2800"/>
              <a:t>PRINTER DINYALAKAN </a:t>
            </a:r>
          </a:p>
          <a:p>
            <a:pPr marL="342900" indent="-342900">
              <a:buFontTx/>
              <a:buAutoNum type="arabicPeriod"/>
            </a:pPr>
            <a:r>
              <a:rPr lang="en-US" sz="2800"/>
              <a:t>POSISI KERTAS +1 FF/LF +1 Load/Eject +1 FF/LF</a:t>
            </a:r>
          </a:p>
          <a:p>
            <a:pPr marL="342900" indent="-342900">
              <a:buAutoNum type="arabicPeriod"/>
            </a:pPr>
            <a:endParaRPr lang="en-US" sz="2800"/>
          </a:p>
          <a:p>
            <a:endParaRPr lang="en-ID" sz="2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0096CA-FA72-4F8B-AFFE-E614F56A3DA7}"/>
              </a:ext>
            </a:extLst>
          </p:cNvPr>
          <p:cNvGrpSpPr/>
          <p:nvPr/>
        </p:nvGrpSpPr>
        <p:grpSpPr>
          <a:xfrm>
            <a:off x="838200" y="5031593"/>
            <a:ext cx="7305757" cy="681871"/>
            <a:chOff x="838200" y="4450863"/>
            <a:chExt cx="7305757" cy="6818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422A8A-91AF-46A0-91D9-8753F7F0A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4450863"/>
              <a:ext cx="7305757" cy="68187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589544-9AAD-4A8D-952A-269B4436A01F}"/>
                </a:ext>
              </a:extLst>
            </p:cNvPr>
            <p:cNvSpPr/>
            <p:nvPr/>
          </p:nvSpPr>
          <p:spPr>
            <a:xfrm>
              <a:off x="2403257" y="4550683"/>
              <a:ext cx="895330" cy="58205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n w="76200">
                  <a:solidFill>
                    <a:schemeClr val="tx1"/>
                  </a:solidFill>
                </a:ln>
              </a:endParaRPr>
            </a:p>
          </p:txBody>
        </p:sp>
      </p:grpSp>
      <p:pic>
        <p:nvPicPr>
          <p:cNvPr id="1026" name="Picture 2" descr="C11CA92051 | Epson LQ-2190 Dot Matrix Printer | Dot Matrix Printers | Epson  Indonesia">
            <a:extLst>
              <a:ext uri="{FF2B5EF4-FFF2-40B4-BE49-F238E27FC236}">
                <a16:creationId xmlns:a16="http://schemas.microsoft.com/office/drawing/2014/main" id="{7C28239B-B956-41DC-9BBB-E8F45055B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02" t="40687" b="26422"/>
          <a:stretch/>
        </p:blipFill>
        <p:spPr bwMode="auto">
          <a:xfrm>
            <a:off x="5139421" y="4317031"/>
            <a:ext cx="6251493" cy="217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DBDDD7F-DED0-4293-A266-270D46A635C0}"/>
              </a:ext>
            </a:extLst>
          </p:cNvPr>
          <p:cNvCxnSpPr>
            <a:cxnSpLocks/>
          </p:cNvCxnSpPr>
          <p:nvPr/>
        </p:nvCxnSpPr>
        <p:spPr>
          <a:xfrm>
            <a:off x="2403257" y="1826407"/>
            <a:ext cx="6494000" cy="3718050"/>
          </a:xfrm>
          <a:prstGeom prst="bentConnector3">
            <a:avLst>
              <a:gd name="adj1" fmla="val 115039"/>
            </a:avLst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AF5FD83-3BBC-40A5-B829-57CD32FDCEB8}"/>
              </a:ext>
            </a:extLst>
          </p:cNvPr>
          <p:cNvCxnSpPr>
            <a:cxnSpLocks/>
          </p:cNvCxnSpPr>
          <p:nvPr/>
        </p:nvCxnSpPr>
        <p:spPr>
          <a:xfrm>
            <a:off x="6197600" y="4178919"/>
            <a:ext cx="1946357" cy="1165282"/>
          </a:xfrm>
          <a:prstGeom prst="bentConnector3">
            <a:avLst>
              <a:gd name="adj1" fmla="val -709"/>
            </a:avLst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33B5CDA-5139-410C-A8F0-D606A86A461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55188" y="4553172"/>
            <a:ext cx="1503650" cy="755144"/>
          </a:xfrm>
          <a:prstGeom prst="bentConnector3">
            <a:avLst>
              <a:gd name="adj1" fmla="val 103090"/>
            </a:avLst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4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BA2F3C3-37C0-4BEB-BBC7-03C4E91B852A}"/>
              </a:ext>
            </a:extLst>
          </p:cNvPr>
          <p:cNvGrpSpPr/>
          <p:nvPr/>
        </p:nvGrpSpPr>
        <p:grpSpPr>
          <a:xfrm>
            <a:off x="1974479" y="208074"/>
            <a:ext cx="6824399" cy="3594670"/>
            <a:chOff x="1974479" y="208073"/>
            <a:chExt cx="8243042" cy="434192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8A85E62-84E8-4409-B4B8-6A9733DA5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4479" y="208073"/>
              <a:ext cx="8243042" cy="434192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8E2B0C-5469-409B-B91A-00CEB37626B4}"/>
                </a:ext>
              </a:extLst>
            </p:cNvPr>
            <p:cNvSpPr/>
            <p:nvPr/>
          </p:nvSpPr>
          <p:spPr>
            <a:xfrm>
              <a:off x="1974479" y="2264898"/>
              <a:ext cx="895330" cy="116410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n w="5715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E64A37-D9A1-4B9D-97A4-28E6ACBD4170}"/>
              </a:ext>
            </a:extLst>
          </p:cNvPr>
          <p:cNvGrpSpPr/>
          <p:nvPr/>
        </p:nvGrpSpPr>
        <p:grpSpPr>
          <a:xfrm>
            <a:off x="1974479" y="4245196"/>
            <a:ext cx="6842558" cy="2097547"/>
            <a:chOff x="1974479" y="4549996"/>
            <a:chExt cx="7141386" cy="21891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7541D3-78A1-46E3-A4B6-86209DC4B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4479" y="4549996"/>
              <a:ext cx="7141386" cy="218915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00ECB0-F87F-4BCF-98E5-0F3C9E163E6B}"/>
                </a:ext>
              </a:extLst>
            </p:cNvPr>
            <p:cNvSpPr txBox="1"/>
            <p:nvPr/>
          </p:nvSpPr>
          <p:spPr>
            <a:xfrm>
              <a:off x="6246055" y="5205292"/>
              <a:ext cx="270099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sz="2400" b="1">
                  <a:solidFill>
                    <a:schemeClr val="tx2">
                      <a:lumMod val="50000"/>
                    </a:schemeClr>
                  </a:solidFill>
                </a:rPr>
                <a:t>KLIK KANAN</a:t>
              </a:r>
            </a:p>
            <a:p>
              <a:pPr marL="342900" indent="-342900">
                <a:buAutoNum type="arabicPeriod"/>
              </a:pPr>
              <a:r>
                <a:rPr lang="en-US" sz="2400" b="1">
                  <a:solidFill>
                    <a:schemeClr val="tx2">
                      <a:lumMod val="50000"/>
                    </a:schemeClr>
                  </a:solidFill>
                </a:rPr>
                <a:t>CANCEL ALL DOCUMENTS</a:t>
              </a:r>
              <a:endParaRPr lang="en-ID" sz="2400" b="1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6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98029-303B-437F-8081-29EC298C9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1690688"/>
            <a:ext cx="10964805" cy="43725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C7A0114-3487-4267-ACB3-577199F2642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</a:t>
            </a:r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E5CDE-1C5B-44DD-9283-5B538ABABA8D}"/>
              </a:ext>
            </a:extLst>
          </p:cNvPr>
          <p:cNvSpPr txBox="1"/>
          <p:nvPr/>
        </p:nvSpPr>
        <p:spPr>
          <a:xfrm>
            <a:off x="838200" y="498264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sng"/>
              <a:t>ICONPRN FILE BISA DIHAPUS KALAU SUDAH SELESAI</a:t>
            </a:r>
            <a:endParaRPr lang="en-ID" b="1" i="1" u="sng"/>
          </a:p>
        </p:txBody>
      </p:sp>
    </p:spTree>
    <p:extLst>
      <p:ext uri="{BB962C8B-B14F-4D97-AF65-F5344CB8AC3E}">
        <p14:creationId xmlns:p14="http://schemas.microsoft.com/office/powerpoint/2010/main" val="370908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B7B337F-5CA2-461A-B851-81A4AF9181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8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718D09-2439-4D03-B3DD-139A46CCABC0}"/>
              </a:ext>
            </a:extLst>
          </p:cNvPr>
          <p:cNvSpPr txBox="1">
            <a:spLocks/>
          </p:cNvSpPr>
          <p:nvPr/>
        </p:nvSpPr>
        <p:spPr>
          <a:xfrm>
            <a:off x="838200" y="16838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ERROR AND HAVING ISSUES??</a:t>
            </a:r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60617-0F91-4107-AAA3-993EE88EE31D}"/>
              </a:ext>
            </a:extLst>
          </p:cNvPr>
          <p:cNvSpPr txBox="1"/>
          <p:nvPr/>
        </p:nvSpPr>
        <p:spPr>
          <a:xfrm>
            <a:off x="838200" y="2905780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hlinkClick r:id="rId3"/>
              </a:rPr>
              <a:t>https://github.com/rizqullahy</a:t>
            </a:r>
            <a:endParaRPr lang="en-US" sz="3200" b="1"/>
          </a:p>
          <a:p>
            <a:endParaRPr lang="en-US" sz="3200"/>
          </a:p>
          <a:p>
            <a:r>
              <a:rPr lang="en-US" sz="3200" i="1"/>
              <a:t>DEV Option</a:t>
            </a:r>
          </a:p>
          <a:p>
            <a:pPr marL="514350" indent="-514350">
              <a:buAutoNum type="arabicPeriod"/>
            </a:pPr>
            <a:r>
              <a:rPr lang="en-US" sz="3200" i="1"/>
              <a:t>D:\CODE\da-app-pk-iconprn</a:t>
            </a:r>
          </a:p>
          <a:p>
            <a:pPr marL="514350" indent="-514350">
              <a:buAutoNum type="arabicPeriod"/>
            </a:pPr>
            <a:r>
              <a:rPr lang="en-US" sz="3200" i="1"/>
              <a:t>run-venv.bat</a:t>
            </a:r>
          </a:p>
          <a:p>
            <a:pPr marL="514350" indent="-514350">
              <a:buAutoNum type="arabicPeriod"/>
            </a:pPr>
            <a:r>
              <a:rPr lang="en-US" sz="3200" i="1"/>
              <a:t>python main.py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AAA014-C722-4F8A-BC84-9709CADCDBD3}"/>
              </a:ext>
            </a:extLst>
          </p:cNvPr>
          <p:cNvGrpSpPr/>
          <p:nvPr/>
        </p:nvGrpSpPr>
        <p:grpSpPr>
          <a:xfrm rot="21401481">
            <a:off x="6561899" y="4245382"/>
            <a:ext cx="3600000" cy="1345276"/>
            <a:chOff x="6591396" y="3600773"/>
            <a:chExt cx="3600000" cy="13452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F756EE-5206-467E-963E-7925EAEF57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769" t="24442" b="17061"/>
            <a:stretch/>
          </p:blipFill>
          <p:spPr>
            <a:xfrm>
              <a:off x="6591396" y="3600773"/>
              <a:ext cx="3600000" cy="5417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89DE50-5D39-4055-9A7F-44184B114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91396" y="4231343"/>
              <a:ext cx="3600000" cy="714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176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0171-FD8D-454B-94A8-CB3C507F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D97E1-EEE1-41A9-A796-37947E08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757510"/>
            <a:ext cx="10907647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3830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119</TotalTime>
  <Words>163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Depth</vt:lpstr>
      <vt:lpstr>V_21012026_1741</vt:lpstr>
      <vt:lpstr>PowerPoint Presentation</vt:lpstr>
      <vt:lpstr>PowerPoint Presentation</vt:lpstr>
      <vt:lpstr>KERTAS MBULET</vt:lpstr>
      <vt:lpstr>PowerPoint Presentation</vt:lpstr>
      <vt:lpstr>PowerPoint Presentation</vt:lpstr>
      <vt:lpstr>PowerPoint Presentation</vt:lpstr>
      <vt:lpstr>DEV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V_21012026_1741</dc:title>
  <dc:creator>WiN ACC</dc:creator>
  <cp:lastModifiedBy>WiN ACC</cp:lastModifiedBy>
  <cp:revision>20</cp:revision>
  <dcterms:created xsi:type="dcterms:W3CDTF">2026-01-21T12:20:32Z</dcterms:created>
  <dcterms:modified xsi:type="dcterms:W3CDTF">2026-01-21T14:20:28Z</dcterms:modified>
</cp:coreProperties>
</file>