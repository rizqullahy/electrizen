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425529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00963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25682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29012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4671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91125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66520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9713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730357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889757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7169722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54085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88582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891855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173540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0684260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994105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35A2BDE-CACB-4F2A-BB37-56B6363C31C8}" type="datetimeFigureOut">
              <a:rPr lang="en-ID" smtClean="0"/>
              <a:t>06/02/2026</a:t>
            </a:fld>
            <a:endParaRPr lang="en-ID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ID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EC7A5169-96D8-446A-995D-E201BEFCA24C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5653024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A5B4F-B9F8-49A6-8EFC-6C110B97D2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APP Launcher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91E231-15FC-42A5-8732-5834EB6844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PANDUAN DAN DOKUMENTASI APP LAUNCHER</a:t>
            </a:r>
          </a:p>
          <a:p>
            <a:r>
              <a:rPr lang="en-US"/>
              <a:t>2026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25134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C91DB-2E6E-4A22-8B68-ABCE28E96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APA ITU APP LAUNCHER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42B322-9CE9-4E89-BBF2-7CCED16A83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3795" y="2088319"/>
            <a:ext cx="4164642" cy="3702881"/>
          </a:xfrm>
        </p:spPr>
        <p:txBody>
          <a:bodyPr/>
          <a:lstStyle/>
          <a:p>
            <a:pPr marL="0" indent="0" algn="just">
              <a:buNone/>
            </a:pPr>
            <a:r>
              <a:rPr lang="en-ID"/>
              <a:t>Aplikasi berbasis Python yang dirancang untuk mempermudah Supervisor Billing Management PT Anugerah Putra Permana Unit Mojokerto Kota dalam proses pengelolaan, pemantauan, dan pengarsipan data petugas lapangan serta data pelanggan.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1F2DAE4-93BD-4D23-B0C8-FAA3C2373ED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949" y="2230375"/>
            <a:ext cx="5767607" cy="3560825"/>
          </a:xfrm>
        </p:spPr>
      </p:pic>
    </p:spTree>
    <p:extLst>
      <p:ext uri="{BB962C8B-B14F-4D97-AF65-F5344CB8AC3E}">
        <p14:creationId xmlns:p14="http://schemas.microsoft.com/office/powerpoint/2010/main" val="38100870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036FE-3E50-4315-80A9-2E814041AF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Input gambar</a:t>
            </a:r>
            <a:endParaRPr lang="en-ID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BFDE0A-E193-4FB3-8D48-2DEE72938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786" y="1731963"/>
            <a:ext cx="6574903" cy="4059237"/>
          </a:xfrm>
        </p:spPr>
      </p:pic>
    </p:spTree>
    <p:extLst>
      <p:ext uri="{BB962C8B-B14F-4D97-AF65-F5344CB8AC3E}">
        <p14:creationId xmlns:p14="http://schemas.microsoft.com/office/powerpoint/2010/main" val="286305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097B5-EE65-4987-BF60-B7BEB119E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20" y="609600"/>
            <a:ext cx="10353761" cy="778184"/>
          </a:xfrm>
        </p:spPr>
        <p:txBody>
          <a:bodyPr/>
          <a:lstStyle/>
          <a:p>
            <a:r>
              <a:rPr lang="en-US"/>
              <a:t>Langkah langkah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8D2C0-B42C-47E6-9684-FA8873380A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6897" y="1387784"/>
            <a:ext cx="11278206" cy="500809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US"/>
              <a:t>Pilih file Excel yang akan digunakan untuk memasukkan gambar secara massal. </a:t>
            </a:r>
          </a:p>
          <a:p>
            <a:pPr marL="457200" indent="-457200">
              <a:buAutoNum type="arabicPeriod"/>
            </a:pPr>
            <a:r>
              <a:rPr lang="en-US"/>
              <a:t>Pastikan file Excel hanya memiliki satu sheet aktif atau sheet yang dibuka adalah sheet yang benar. </a:t>
            </a:r>
          </a:p>
          <a:p>
            <a:pPr marL="457200" indent="-457200">
              <a:buAutoNum type="arabicPeriod"/>
            </a:pPr>
            <a:r>
              <a:rPr lang="en-US"/>
              <a:t>Pilih folder yang berisi foto atau gambar yang akan dimasukkan ke dalam file Excel. </a:t>
            </a:r>
          </a:p>
          <a:p>
            <a:pPr marL="457200" indent="-457200">
              <a:buAutoNum type="arabicPeriod"/>
            </a:pPr>
            <a:r>
              <a:rPr lang="en-US"/>
              <a:t>Tentukan kolom foto pada file Excel. Pastikan nama file gambar di folder sama persis dengan nama yang tercantum di kolom Excel, termasuk ekstensi file (misalnya .jpg, .png). </a:t>
            </a:r>
          </a:p>
          <a:p>
            <a:pPr marL="457200" indent="-457200">
              <a:buAutoNum type="arabicPeriod"/>
            </a:pPr>
            <a:r>
              <a:rPr lang="en-US"/>
              <a:t>Jika jumlah data terlalu banyak, data dapat dibagi ke dalam beberapa sheet untuk mempermudah proses. </a:t>
            </a:r>
          </a:p>
          <a:p>
            <a:pPr marL="457200" indent="-457200">
              <a:buAutoNum type="arabicPeriod"/>
            </a:pPr>
            <a:r>
              <a:rPr lang="en-US"/>
              <a:t>Masukkan ukuran gambar yang diinginkan (lebar dan tinggi). Ukuran gambar akan menyesuaikan secara proporsional sehingga gambar tidak terdistorsi atau penyok. </a:t>
            </a:r>
          </a:p>
          <a:p>
            <a:pPr marL="457200" indent="-457200">
              <a:buAutoNum type="arabicPeriod"/>
            </a:pPr>
            <a:r>
              <a:rPr lang="en-US"/>
              <a:t>Inputkan nama file output untuk hasil akhir. </a:t>
            </a:r>
          </a:p>
          <a:p>
            <a:pPr marL="457200" indent="-457200">
              <a:buAutoNum type="arabicPeriod"/>
            </a:pPr>
            <a:r>
              <a:rPr lang="en-US"/>
              <a:t>Pilih folder output sebagai lokasi penyimpanan hasil proses.</a:t>
            </a:r>
          </a:p>
        </p:txBody>
      </p:sp>
    </p:spTree>
    <p:extLst>
      <p:ext uri="{BB962C8B-B14F-4D97-AF65-F5344CB8AC3E}">
        <p14:creationId xmlns:p14="http://schemas.microsoft.com/office/powerpoint/2010/main" val="99443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50680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27</TotalTime>
  <Words>183</Words>
  <Application>Microsoft Office PowerPoint</Application>
  <PresentationFormat>Widescreen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Calisto MT</vt:lpstr>
      <vt:lpstr>Wingdings 2</vt:lpstr>
      <vt:lpstr>Slate</vt:lpstr>
      <vt:lpstr>APP Launcher</vt:lpstr>
      <vt:lpstr>APA ITU APP LAUNCHER</vt:lpstr>
      <vt:lpstr>Input gambar</vt:lpstr>
      <vt:lpstr>Langkah langkah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Launcher</dc:title>
  <dc:creator>WiN ACC</dc:creator>
  <cp:lastModifiedBy>WiN ACC</cp:lastModifiedBy>
  <cp:revision>6</cp:revision>
  <dcterms:created xsi:type="dcterms:W3CDTF">2026-02-06T01:30:42Z</dcterms:created>
  <dcterms:modified xsi:type="dcterms:W3CDTF">2026-02-06T04:13:38Z</dcterms:modified>
</cp:coreProperties>
</file>