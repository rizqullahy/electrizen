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2552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096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5682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29012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671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91125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65203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97135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0357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9757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169722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55408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88582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891855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73540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06842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94105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35A2BDE-CACB-4F2A-BB37-56B6363C31C8}" type="datetimeFigureOut">
              <a:rPr lang="en-ID" smtClean="0"/>
              <a:t>06/02/2026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C7A5169-96D8-446A-995D-E201BEFCA24C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565302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A5B4F-B9F8-49A6-8EFC-6C110B97D2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APP Launcher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91E231-15FC-42A5-8732-5834EB6844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PANDUAN DAN DOKUMENTASI APP LAUNCHER</a:t>
            </a:r>
          </a:p>
          <a:p>
            <a:r>
              <a:rPr lang="en-US"/>
              <a:t>2026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25134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C91DB-2E6E-4A22-8B68-ABCE28E96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 ITU APP LAUNCHER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2B322-9CE9-4E89-BBF2-7CCED16A83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4164642" cy="3702881"/>
          </a:xfrm>
        </p:spPr>
        <p:txBody>
          <a:bodyPr/>
          <a:lstStyle/>
          <a:p>
            <a:pPr marL="0" indent="0" algn="just">
              <a:buNone/>
            </a:pPr>
            <a:r>
              <a:rPr lang="en-ID"/>
              <a:t>Aplikasi berbasis Python yang dirancang untuk mempermudah Supervisor Billing Management PT Anugerah Putra Permana Unit Mojokerto Kota dalam proses pengelolaan, pemantauan, dan pengarsipan data petugas lapangan serta data pelanggan.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1F2DAE4-93BD-4D23-B0C8-FAA3C2373E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9949" y="2230375"/>
            <a:ext cx="5767607" cy="3560825"/>
          </a:xfrm>
        </p:spPr>
      </p:pic>
    </p:spTree>
    <p:extLst>
      <p:ext uri="{BB962C8B-B14F-4D97-AF65-F5344CB8AC3E}">
        <p14:creationId xmlns:p14="http://schemas.microsoft.com/office/powerpoint/2010/main" val="381008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036FE-3E50-4315-80A9-2E814041A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Input gambar</a:t>
            </a:r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BFDE0A-E193-4FB3-8D48-2DEE729387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3786" y="1731963"/>
            <a:ext cx="6574903" cy="4059237"/>
          </a:xfrm>
        </p:spPr>
      </p:pic>
    </p:spTree>
    <p:extLst>
      <p:ext uri="{BB962C8B-B14F-4D97-AF65-F5344CB8AC3E}">
        <p14:creationId xmlns:p14="http://schemas.microsoft.com/office/powerpoint/2010/main" val="286305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097B5-EE65-4987-BF60-B7BEB119E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20" y="609600"/>
            <a:ext cx="10353761" cy="778184"/>
          </a:xfrm>
        </p:spPr>
        <p:txBody>
          <a:bodyPr/>
          <a:lstStyle/>
          <a:p>
            <a:r>
              <a:rPr lang="en-US"/>
              <a:t>Langkah langkah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8D2C0-B42C-47E6-9684-FA8873380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97" y="1387784"/>
            <a:ext cx="11278206" cy="500809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/>
              <a:t>Pilih file Excel yang akan digunakan untuk memasukkan gambar secara massal. </a:t>
            </a:r>
          </a:p>
          <a:p>
            <a:pPr marL="457200" indent="-457200">
              <a:buAutoNum type="arabicPeriod"/>
            </a:pPr>
            <a:r>
              <a:rPr lang="en-US"/>
              <a:t>Pastikan file Excel hanya memiliki satu sheet aktif atau sheet yang dibuka adalah sheet yang benar. </a:t>
            </a:r>
          </a:p>
          <a:p>
            <a:pPr marL="457200" indent="-457200">
              <a:buAutoNum type="arabicPeriod"/>
            </a:pPr>
            <a:r>
              <a:rPr lang="en-US"/>
              <a:t>Pilih folder yang berisi foto atau gambar yang akan dimasukkan ke dalam file Excel. </a:t>
            </a:r>
          </a:p>
          <a:p>
            <a:pPr marL="457200" indent="-457200">
              <a:buAutoNum type="arabicPeriod"/>
            </a:pPr>
            <a:r>
              <a:rPr lang="en-US"/>
              <a:t>Tentukan kolom foto pada file Excel. Pastikan nama file gambar di folder sama persis dengan nama yang tercantum di kolom Excel, termasuk ekstensi file (misalnya .jpg, .png). </a:t>
            </a:r>
          </a:p>
          <a:p>
            <a:pPr marL="457200" indent="-457200">
              <a:buAutoNum type="arabicPeriod"/>
            </a:pPr>
            <a:r>
              <a:rPr lang="en-US"/>
              <a:t>Jika jumlah data terlalu banyak, data dapat dibagi ke dalam beberapa sheet untuk mempermudah proses. </a:t>
            </a:r>
          </a:p>
          <a:p>
            <a:pPr marL="457200" indent="-457200">
              <a:buAutoNum type="arabicPeriod"/>
            </a:pPr>
            <a:r>
              <a:rPr lang="en-US"/>
              <a:t>Masukkan ukuran gambar yang diinginkan (lebar dan tinggi). Ukuran gambar akan menyesuaikan secara proporsional sehingga gambar tidak terdistorsi atau penyok. </a:t>
            </a:r>
          </a:p>
          <a:p>
            <a:pPr marL="457200" indent="-457200">
              <a:buAutoNum type="arabicPeriod"/>
            </a:pPr>
            <a:r>
              <a:rPr lang="en-US"/>
              <a:t>Inputkan nama file output untuk hasil akhir. </a:t>
            </a:r>
          </a:p>
          <a:p>
            <a:pPr marL="457200" indent="-457200">
              <a:buAutoNum type="arabicPeriod"/>
            </a:pPr>
            <a:r>
              <a:rPr lang="en-US"/>
              <a:t>Pilih folder output sebagai lokasi penyimpanan hasil proses.</a:t>
            </a:r>
          </a:p>
        </p:txBody>
      </p:sp>
    </p:spTree>
    <p:extLst>
      <p:ext uri="{BB962C8B-B14F-4D97-AF65-F5344CB8AC3E}">
        <p14:creationId xmlns:p14="http://schemas.microsoft.com/office/powerpoint/2010/main" val="99443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B3C8C4B-119D-41B6-9566-12AB433A24B3}"/>
              </a:ext>
            </a:extLst>
          </p:cNvPr>
          <p:cNvGrpSpPr/>
          <p:nvPr/>
        </p:nvGrpSpPr>
        <p:grpSpPr>
          <a:xfrm>
            <a:off x="737987" y="1649585"/>
            <a:ext cx="4686300" cy="3558830"/>
            <a:chOff x="1409700" y="1552578"/>
            <a:chExt cx="4686300" cy="355883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89E895F-E7B0-44B1-A256-8416B589C1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9700" y="1552578"/>
              <a:ext cx="4686300" cy="1543050"/>
            </a:xfrm>
            <a:prstGeom prst="rect">
              <a:avLst/>
            </a:prstGeom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81EF012-D084-42EA-8FC7-D216FD45EC5F}"/>
                </a:ext>
              </a:extLst>
            </p:cNvPr>
            <p:cNvGrpSpPr/>
            <p:nvPr/>
          </p:nvGrpSpPr>
          <p:grpSpPr>
            <a:xfrm>
              <a:off x="1748507" y="3429000"/>
              <a:ext cx="4008686" cy="1682408"/>
              <a:chOff x="1748507" y="3429000"/>
              <a:chExt cx="4008686" cy="1682408"/>
            </a:xfrm>
          </p:grpSpPr>
          <p:pic>
            <p:nvPicPr>
              <p:cNvPr id="1030" name="Picture 6" descr="Folder png Images - Free Download on Freepik">
                <a:extLst>
                  <a:ext uri="{FF2B5EF4-FFF2-40B4-BE49-F238E27FC236}">
                    <a16:creationId xmlns:a16="http://schemas.microsoft.com/office/drawing/2014/main" id="{E153316E-7F2E-46A0-803C-E8EA65BD9B5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48507" y="3429000"/>
                <a:ext cx="1682408" cy="168240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ADA23DA-3FE9-42B1-80CF-8EBCBB6105BE}"/>
                  </a:ext>
                </a:extLst>
              </p:cNvPr>
              <p:cNvSpPr txBox="1"/>
              <p:nvPr/>
            </p:nvSpPr>
            <p:spPr>
              <a:xfrm>
                <a:off x="3430915" y="3560041"/>
                <a:ext cx="2326278" cy="1420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D" sz="2000" b="1"/>
                  <a:t>gambar1.jpg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D" sz="2000" b="1"/>
                  <a:t>gambar2.png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ID" sz="2000" b="1"/>
                  <a:t>gambar4.webp</a:t>
                </a:r>
              </a:p>
            </p:txBody>
          </p:sp>
        </p:grp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9755F931-469B-4FD4-A0C1-14AA3798F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533" y="931432"/>
            <a:ext cx="4160480" cy="5451231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67D55733-1E58-4894-A8D6-7FE4968595AB}"/>
              </a:ext>
            </a:extLst>
          </p:cNvPr>
          <p:cNvSpPr/>
          <p:nvPr/>
        </p:nvSpPr>
        <p:spPr>
          <a:xfrm>
            <a:off x="5765424" y="3061594"/>
            <a:ext cx="1186972" cy="464413"/>
          </a:xfrm>
          <a:prstGeom prst="rightArrow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950680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50</TotalTime>
  <Words>192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Calisto MT</vt:lpstr>
      <vt:lpstr>Wingdings 2</vt:lpstr>
      <vt:lpstr>Slate</vt:lpstr>
      <vt:lpstr>APP Launcher</vt:lpstr>
      <vt:lpstr>APA ITU APP LAUNCHER</vt:lpstr>
      <vt:lpstr>Input gambar</vt:lpstr>
      <vt:lpstr>Langkah langkah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 Launcher</dc:title>
  <dc:creator>WiN ACC</dc:creator>
  <cp:lastModifiedBy>WiN ACC</cp:lastModifiedBy>
  <cp:revision>9</cp:revision>
  <dcterms:created xsi:type="dcterms:W3CDTF">2026-02-06T01:30:42Z</dcterms:created>
  <dcterms:modified xsi:type="dcterms:W3CDTF">2026-02-06T04:38:42Z</dcterms:modified>
</cp:coreProperties>
</file>