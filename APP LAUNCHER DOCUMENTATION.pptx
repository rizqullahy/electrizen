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1"/>
  </p:notesMasterIdLst>
  <p:sldIdLst>
    <p:sldId id="256" r:id="rId2"/>
    <p:sldId id="258" r:id="rId3"/>
    <p:sldId id="297" r:id="rId4"/>
    <p:sldId id="298" r:id="rId5"/>
    <p:sldId id="299" r:id="rId6"/>
    <p:sldId id="300" r:id="rId7"/>
    <p:sldId id="301" r:id="rId8"/>
    <p:sldId id="302" r:id="rId9"/>
    <p:sldId id="303" r:id="rId10"/>
  </p:sldIdLst>
  <p:sldSz cx="9144000" cy="5143500" type="screen16x9"/>
  <p:notesSz cx="6858000" cy="9144000"/>
  <p:embeddedFontLst>
    <p:embeddedFont>
      <p:font typeface="Anaheim" panose="020B0604020202020204" charset="0"/>
      <p:regular r:id="rId12"/>
      <p:bold r:id="rId13"/>
    </p:embeddedFont>
    <p:embeddedFont>
      <p:font typeface="Bahnschrift" panose="020B0502040204020203" pitchFamily="34" charset="0"/>
      <p:regular r:id="rId14"/>
      <p:bold r:id="rId15"/>
    </p:embeddedFont>
    <p:embeddedFont>
      <p:font typeface="Hanken Grotesk" panose="020B0604020202020204" charset="0"/>
      <p:regular r:id="rId16"/>
      <p:bold r:id="rId17"/>
      <p:italic r:id="rId18"/>
      <p:boldItalic r:id="rId19"/>
    </p:embeddedFont>
    <p:embeddedFont>
      <p:font typeface="Raleway" pitchFamily="2" charset="0"/>
      <p:regular r:id="rId20"/>
      <p:bold r:id="rId21"/>
      <p:italic r:id="rId22"/>
      <p:boldItalic r:id="rId23"/>
    </p:embeddedFont>
    <p:embeddedFont>
      <p:font typeface="Raleway Black" pitchFamily="2" charset="0"/>
      <p:bold r:id="rId24"/>
      <p:boldItalic r:id="rId25"/>
    </p:embeddedFont>
    <p:embeddedFont>
      <p:font typeface="Raleway ExtraBold" pitchFamily="2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E2031E-0018-4533-B178-B33E20F8A09E}">
  <a:tblStyle styleId="{EEE2031E-0018-4533-B178-B33E20F8A0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5BDD687-2108-4915-AC74-C44D3AB15D6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36" y="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9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06285" y="1587475"/>
            <a:ext cx="4384800" cy="16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APP LAUNCHER DOCUMENTATION </a:t>
            </a:r>
            <a:br>
              <a:rPr lang="en">
                <a:latin typeface="Bahnschrift" panose="020B0502040204020203" pitchFamily="34" charset="0"/>
              </a:rPr>
            </a:br>
            <a:r>
              <a:rPr lang="en">
                <a:latin typeface="Bahnschrift" panose="020B0502040204020203" pitchFamily="34" charset="0"/>
              </a:rPr>
              <a:t>2026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06285" y="3307975"/>
            <a:ext cx="4384800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Cara Penggunaan Aplikasi App Launcher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5"/>
    </mc:Choice>
    <mc:Fallback xmlns="">
      <p:transition spd="slow" advTm="49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 txBox="1">
            <a:spLocks noGrp="1"/>
          </p:cNvSpPr>
          <p:nvPr>
            <p:ph type="subTitle" idx="8"/>
          </p:nvPr>
        </p:nvSpPr>
        <p:spPr>
          <a:xfrm>
            <a:off x="2685955" y="2081550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GABUNG EXCEL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09" name="Google Shape;709;p30"/>
          <p:cNvSpPr txBox="1">
            <a:spLocks noGrp="1"/>
          </p:cNvSpPr>
          <p:nvPr>
            <p:ph type="title"/>
          </p:nvPr>
        </p:nvSpPr>
        <p:spPr>
          <a:xfrm>
            <a:off x="1852371" y="564601"/>
            <a:ext cx="35512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latin typeface="Bahnschrift" panose="020B0502040204020203" pitchFamily="34" charset="0"/>
              </a:rPr>
              <a:t>FITUR</a:t>
            </a:r>
            <a:r>
              <a:rPr lang="en-US">
                <a:latin typeface="Bahnschrift" panose="020B0502040204020203" pitchFamily="34" charset="0"/>
              </a:rPr>
              <a:t> </a:t>
            </a:r>
            <a:r>
              <a:rPr lang="en-US" b="1" i="1" err="1">
                <a:latin typeface="Bahnschrift" panose="020B0502040204020203" pitchFamily="34" charset="0"/>
              </a:rPr>
              <a:t>FITUR</a:t>
            </a:r>
            <a:r>
              <a:rPr lang="en-US">
                <a:latin typeface="Bahnschrift" panose="020B0502040204020203" pitchFamily="34" charset="0"/>
              </a:rPr>
              <a:t> 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1852367" y="1512051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01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1" name="Google Shape;711;p30"/>
          <p:cNvSpPr txBox="1">
            <a:spLocks noGrp="1"/>
          </p:cNvSpPr>
          <p:nvPr>
            <p:ph type="title" idx="3"/>
          </p:nvPr>
        </p:nvSpPr>
        <p:spPr>
          <a:xfrm>
            <a:off x="1852367" y="3215143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04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2" name="Google Shape;712;p30"/>
          <p:cNvSpPr txBox="1">
            <a:spLocks noGrp="1"/>
          </p:cNvSpPr>
          <p:nvPr>
            <p:ph type="title" idx="4"/>
          </p:nvPr>
        </p:nvSpPr>
        <p:spPr>
          <a:xfrm>
            <a:off x="1852367" y="2079748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02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3" name="Google Shape;713;p30"/>
          <p:cNvSpPr txBox="1">
            <a:spLocks noGrp="1"/>
          </p:cNvSpPr>
          <p:nvPr>
            <p:ph type="title" idx="5"/>
          </p:nvPr>
        </p:nvSpPr>
        <p:spPr>
          <a:xfrm>
            <a:off x="1852367" y="3782841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05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1852367" y="2647446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03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6" name="Google Shape;716;p30"/>
          <p:cNvSpPr txBox="1">
            <a:spLocks noGrp="1"/>
          </p:cNvSpPr>
          <p:nvPr>
            <p:ph type="subTitle" idx="1"/>
          </p:nvPr>
        </p:nvSpPr>
        <p:spPr>
          <a:xfrm>
            <a:off x="2685955" y="1513851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CARI IDPEL DI PDF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7" name="Google Shape;717;p30"/>
          <p:cNvSpPr txBox="1">
            <a:spLocks noGrp="1"/>
          </p:cNvSpPr>
          <p:nvPr>
            <p:ph type="subTitle" idx="9"/>
          </p:nvPr>
        </p:nvSpPr>
        <p:spPr>
          <a:xfrm>
            <a:off x="2685955" y="264924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INPUT GAMBAR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8" name="Google Shape;718;p30"/>
          <p:cNvSpPr txBox="1">
            <a:spLocks noGrp="1"/>
          </p:cNvSpPr>
          <p:nvPr>
            <p:ph type="subTitle" idx="13"/>
          </p:nvPr>
        </p:nvSpPr>
        <p:spPr>
          <a:xfrm>
            <a:off x="2685952" y="321694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ahnschrift" panose="020B0502040204020203" pitchFamily="34" charset="0"/>
              </a:rPr>
              <a:t>INVOICE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9" name="Google Shape;719;p30"/>
          <p:cNvSpPr txBox="1">
            <a:spLocks noGrp="1"/>
          </p:cNvSpPr>
          <p:nvPr>
            <p:ph type="subTitle" idx="14"/>
          </p:nvPr>
        </p:nvSpPr>
        <p:spPr>
          <a:xfrm>
            <a:off x="2685952" y="378464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ahnschrift" panose="020B0502040204020203" pitchFamily="34" charset="0"/>
              </a:rPr>
              <a:t>PER PETUGAS</a:t>
            </a:r>
            <a:endParaRPr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199D-F6BE-47BF-B1D7-72D8F4CE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173" y="1891514"/>
            <a:ext cx="7099654" cy="1360472"/>
          </a:xfrm>
        </p:spPr>
        <p:txBody>
          <a:bodyPr/>
          <a:lstStyle/>
          <a:p>
            <a:r>
              <a:rPr lang="en-US" sz="4800" b="1" i="1">
                <a:latin typeface="Bahnschrift" panose="020B0502040204020203" pitchFamily="34" charset="0"/>
              </a:rPr>
              <a:t>CARI IDPEL DI PDF</a:t>
            </a:r>
            <a:endParaRPr lang="en-US" sz="4800" b="1" i="1"/>
          </a:p>
        </p:txBody>
      </p:sp>
    </p:spTree>
    <p:extLst>
      <p:ext uri="{BB962C8B-B14F-4D97-AF65-F5344CB8AC3E}">
        <p14:creationId xmlns:p14="http://schemas.microsoft.com/office/powerpoint/2010/main" val="34524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005D9-01F4-4E87-9913-DE0B61EA1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868" y="890120"/>
            <a:ext cx="5242263" cy="336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5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730"/>
    </mc:Choice>
    <mc:Fallback xmlns="">
      <p:transition spd="slow" advTm="737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16;p30">
            <a:extLst>
              <a:ext uri="{FF2B5EF4-FFF2-40B4-BE49-F238E27FC236}">
                <a16:creationId xmlns:a16="http://schemas.microsoft.com/office/drawing/2014/main" id="{8665BB48-4CEC-461A-BF95-DEB91E3C8EA4}"/>
              </a:ext>
            </a:extLst>
          </p:cNvPr>
          <p:cNvSpPr txBox="1">
            <a:spLocks/>
          </p:cNvSpPr>
          <p:nvPr/>
        </p:nvSpPr>
        <p:spPr>
          <a:xfrm>
            <a:off x="841375" y="654386"/>
            <a:ext cx="746125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solidFill>
                  <a:schemeClr val="accent5"/>
                </a:solidFill>
                <a:latin typeface="Bahnschrift" panose="020B0502040204020203" pitchFamily="34" charset="0"/>
              </a:rPr>
              <a:t>1. MASUKKAN FILE TXT BERISI BEBERAPA IDPEL YANG INGIN DIPILIH</a:t>
            </a:r>
          </a:p>
        </p:txBody>
      </p:sp>
      <p:sp>
        <p:nvSpPr>
          <p:cNvPr id="6" name="Google Shape;716;p30">
            <a:extLst>
              <a:ext uri="{FF2B5EF4-FFF2-40B4-BE49-F238E27FC236}">
                <a16:creationId xmlns:a16="http://schemas.microsoft.com/office/drawing/2014/main" id="{0A412C43-F308-4867-B750-21F62C010590}"/>
              </a:ext>
            </a:extLst>
          </p:cNvPr>
          <p:cNvSpPr txBox="1">
            <a:spLocks/>
          </p:cNvSpPr>
          <p:nvPr/>
        </p:nvSpPr>
        <p:spPr>
          <a:xfrm>
            <a:off x="841375" y="997286"/>
            <a:ext cx="746125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solidFill>
                  <a:schemeClr val="accent5"/>
                </a:solidFill>
                <a:latin typeface="Bahnschrift" panose="020B0502040204020203" pitchFamily="34" charset="0"/>
              </a:rPr>
              <a:t>2. MASUKKAN FILE PDF YANG BERISI SEKUMPULAN IDPEL</a:t>
            </a:r>
          </a:p>
        </p:txBody>
      </p:sp>
      <p:sp>
        <p:nvSpPr>
          <p:cNvPr id="7" name="Google Shape;716;p30">
            <a:extLst>
              <a:ext uri="{FF2B5EF4-FFF2-40B4-BE49-F238E27FC236}">
                <a16:creationId xmlns:a16="http://schemas.microsoft.com/office/drawing/2014/main" id="{64926D18-34DF-4A11-9E3E-F3922AA83B52}"/>
              </a:ext>
            </a:extLst>
          </p:cNvPr>
          <p:cNvSpPr txBox="1">
            <a:spLocks/>
          </p:cNvSpPr>
          <p:nvPr/>
        </p:nvSpPr>
        <p:spPr>
          <a:xfrm>
            <a:off x="841375" y="1340186"/>
            <a:ext cx="746125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solidFill>
                  <a:schemeClr val="accent5"/>
                </a:solidFill>
                <a:latin typeface="Bahnschrift" panose="020B0502040204020203" pitchFamily="34" charset="0"/>
              </a:rPr>
              <a:t>3. PILIH LOKASI HASIL GENERATE ( FOLDER )</a:t>
            </a:r>
          </a:p>
        </p:txBody>
      </p:sp>
    </p:spTree>
    <p:extLst>
      <p:ext uri="{BB962C8B-B14F-4D97-AF65-F5344CB8AC3E}">
        <p14:creationId xmlns:p14="http://schemas.microsoft.com/office/powerpoint/2010/main" val="343085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71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22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357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260524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61</Words>
  <Application>Microsoft Office PowerPoint</Application>
  <PresentationFormat>On-screen Show (16:9)</PresentationFormat>
  <Paragraphs>17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Hanken Grotesk</vt:lpstr>
      <vt:lpstr>Raleway</vt:lpstr>
      <vt:lpstr>Bahnschrift</vt:lpstr>
      <vt:lpstr>Arial</vt:lpstr>
      <vt:lpstr>Raleway Black</vt:lpstr>
      <vt:lpstr>Anaheim</vt:lpstr>
      <vt:lpstr>Raleway ExtraBold</vt:lpstr>
      <vt:lpstr>Technology Market Research Pitch Deck by Slidesgo</vt:lpstr>
      <vt:lpstr>APP LAUNCHER DOCUMENTATION  2026</vt:lpstr>
      <vt:lpstr>FITUR FITUR </vt:lpstr>
      <vt:lpstr>CARI IDPEL DI PDF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LAUNCHER DOCUMENTATION  2026</dc:title>
  <cp:lastModifiedBy>Rafly</cp:lastModifiedBy>
  <cp:revision>13</cp:revision>
  <dcterms:modified xsi:type="dcterms:W3CDTF">2026-01-05T12:36:32Z</dcterms:modified>
</cp:coreProperties>
</file>